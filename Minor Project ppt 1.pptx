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lls connected with crossed wires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909493" y="-914674"/>
            <a:ext cx="6858000" cy="868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3"/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</p:grpSpPr>
        <p:sp>
          <p:nvSpPr>
            <p:cNvPr id="92" name="Google Shape;92;p13"/>
            <p:cNvSpPr/>
            <p:nvPr/>
          </p:nvSpPr>
          <p:spPr>
            <a:xfrm>
              <a:off x="4301836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59104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488112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17120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0422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5750502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03971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632979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61987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6909088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7199168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7489247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7778461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8068541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8357754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459104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488112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517120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460422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5750502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603971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32979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61987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909088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7199168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7489247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7778461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8068541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8357754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4881129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71209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460422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750502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603971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632979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661987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6909088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7199168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7489247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7778461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8068541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357754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171209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5460422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5750502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603971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632979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661987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909088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7199168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489247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778461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8068541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8357754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460422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5750502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603971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32979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61987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6909088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7199168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7489247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7778461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8068541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357754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5750502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03971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32979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661987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6909088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7199168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7489247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7778461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068541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8357754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603971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632979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661987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6909088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7199168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7489247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7778461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8068541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8357754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6329795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6619875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6909088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7199168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7489247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778461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8068541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8357754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6619875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6909088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7199168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7489247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7778461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8068541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357754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909088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7199168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7489247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7778461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068541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357754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99168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489247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778461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068541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357754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7489247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7778461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8068541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357754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778461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8068541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8357754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8068541" y="508461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8357754" y="508461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8357754" y="535651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3"/>
          <p:cNvGrpSpPr/>
          <p:nvPr/>
        </p:nvGrpSpPr>
        <p:grpSpPr>
          <a:xfrm>
            <a:off x="1" y="273"/>
            <a:ext cx="5459896" cy="1055074"/>
            <a:chOff x="0" y="272"/>
            <a:chExt cx="5039193" cy="973777"/>
          </a:xfrm>
        </p:grpSpPr>
        <p:sp>
          <p:nvSpPr>
            <p:cNvPr id="213" name="Google Shape;213;p13"/>
            <p:cNvSpPr/>
            <p:nvPr/>
          </p:nvSpPr>
          <p:spPr>
            <a:xfrm>
              <a:off x="0" y="272"/>
              <a:ext cx="5039193" cy="973777"/>
            </a:xfrm>
            <a:prstGeom prst="rect">
              <a:avLst/>
            </a:prstGeom>
            <a:solidFill>
              <a:srgbClr val="5E7F8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4" name="Google Shape;214;p13"/>
            <p:cNvGrpSpPr/>
            <p:nvPr/>
          </p:nvGrpSpPr>
          <p:grpSpPr>
            <a:xfrm>
              <a:off x="296988" y="220550"/>
              <a:ext cx="4635471" cy="557985"/>
              <a:chOff x="8927295" y="6375844"/>
              <a:chExt cx="3157970" cy="380134"/>
            </a:xfrm>
          </p:grpSpPr>
          <p:grpSp>
            <p:nvGrpSpPr>
              <p:cNvPr id="215" name="Google Shape;215;p13"/>
              <p:cNvGrpSpPr/>
              <p:nvPr/>
            </p:nvGrpSpPr>
            <p:grpSpPr>
              <a:xfrm>
                <a:off x="8927295" y="6376710"/>
                <a:ext cx="1351683" cy="379268"/>
                <a:chOff x="5243641" y="3189385"/>
                <a:chExt cx="1351683" cy="379268"/>
              </a:xfrm>
            </p:grpSpPr>
            <p:sp>
              <p:nvSpPr>
                <p:cNvPr id="216" name="Google Shape;216;p13"/>
                <p:cNvSpPr/>
                <p:nvPr/>
              </p:nvSpPr>
              <p:spPr>
                <a:xfrm>
                  <a:off x="5243641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4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0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3"/>
                <p:cNvSpPr/>
                <p:nvPr/>
              </p:nvSpPr>
              <p:spPr>
                <a:xfrm>
                  <a:off x="5460118" y="3195447"/>
                  <a:ext cx="185304" cy="368877"/>
                </a:xfrm>
                <a:custGeom>
                  <a:rect b="b" l="l" r="r" t="t"/>
                  <a:pathLst>
                    <a:path extrusionOk="0" h="368877" w="185304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2652" y="0"/>
                      </a:lnTo>
                      <a:cubicBezTo>
                        <a:pt x="154132" y="0"/>
                        <a:pt x="185305" y="26843"/>
                        <a:pt x="185305" y="91786"/>
                      </a:cubicBezTo>
                      <a:lnTo>
                        <a:pt x="185305" y="104775"/>
                      </a:lnTo>
                      <a:cubicBezTo>
                        <a:pt x="185305" y="157596"/>
                        <a:pt x="164523" y="173182"/>
                        <a:pt x="148936" y="180109"/>
                      </a:cubicBezTo>
                      <a:cubicBezTo>
                        <a:pt x="171450" y="191366"/>
                        <a:pt x="182707" y="207818"/>
                        <a:pt x="182707" y="259773"/>
                      </a:cubicBezTo>
                      <a:cubicBezTo>
                        <a:pt x="182707" y="295275"/>
                        <a:pt x="181841" y="348961"/>
                        <a:pt x="185305" y="368877"/>
                      </a:cubicBezTo>
                      <a:lnTo>
                        <a:pt x="116898" y="368877"/>
                      </a:lnTo>
                      <a:cubicBezTo>
                        <a:pt x="112568" y="352425"/>
                        <a:pt x="112568" y="303934"/>
                        <a:pt x="112568" y="257175"/>
                      </a:cubicBezTo>
                      <a:cubicBezTo>
                        <a:pt x="112568" y="215611"/>
                        <a:pt x="108239" y="208684"/>
                        <a:pt x="80530" y="208684"/>
                      </a:cubicBezTo>
                      <a:lnTo>
                        <a:pt x="71005" y="208684"/>
                      </a:lnTo>
                      <a:close/>
                      <a:moveTo>
                        <a:pt x="71870" y="151534"/>
                      </a:moveTo>
                      <a:lnTo>
                        <a:pt x="80530" y="151534"/>
                      </a:lnTo>
                      <a:cubicBezTo>
                        <a:pt x="103909" y="151534"/>
                        <a:pt x="113434" y="143741"/>
                        <a:pt x="113434" y="109971"/>
                      </a:cubicBezTo>
                      <a:lnTo>
                        <a:pt x="113434" y="91786"/>
                      </a:lnTo>
                      <a:cubicBezTo>
                        <a:pt x="113434" y="66675"/>
                        <a:pt x="108239" y="54552"/>
                        <a:pt x="82261" y="54552"/>
                      </a:cubicBezTo>
                      <a:lnTo>
                        <a:pt x="71005" y="54552"/>
                      </a:lnTo>
                      <a:lnTo>
                        <a:pt x="71005" y="151534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13"/>
                <p:cNvSpPr/>
                <p:nvPr/>
              </p:nvSpPr>
              <p:spPr>
                <a:xfrm>
                  <a:off x="5676595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30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13"/>
                <p:cNvSpPr/>
                <p:nvPr/>
              </p:nvSpPr>
              <p:spPr>
                <a:xfrm>
                  <a:off x="5884413" y="3194581"/>
                  <a:ext cx="110836" cy="373206"/>
                </a:xfrm>
                <a:custGeom>
                  <a:rect b="b" l="l" r="r" t="t"/>
                  <a:pathLst>
                    <a:path extrusionOk="0" h="373206" w="110836">
                      <a:moveTo>
                        <a:pt x="110836" y="277091"/>
                      </a:moveTo>
                      <a:cubicBezTo>
                        <a:pt x="110836" y="332509"/>
                        <a:pt x="103909" y="373207"/>
                        <a:pt x="32039" y="373207"/>
                      </a:cubicBezTo>
                      <a:cubicBezTo>
                        <a:pt x="21648" y="373207"/>
                        <a:pt x="7793" y="372341"/>
                        <a:pt x="0" y="370609"/>
                      </a:cubicBezTo>
                      <a:lnTo>
                        <a:pt x="0" y="311727"/>
                      </a:lnTo>
                      <a:cubicBezTo>
                        <a:pt x="3464" y="311727"/>
                        <a:pt x="9525" y="312593"/>
                        <a:pt x="15586" y="312593"/>
                      </a:cubicBezTo>
                      <a:cubicBezTo>
                        <a:pt x="33770" y="312593"/>
                        <a:pt x="38966" y="306532"/>
                        <a:pt x="38966" y="284884"/>
                      </a:cubicBezTo>
                      <a:lnTo>
                        <a:pt x="38966" y="0"/>
                      </a:lnTo>
                      <a:lnTo>
                        <a:pt x="109970" y="0"/>
                      </a:lnTo>
                      <a:lnTo>
                        <a:pt x="109970" y="277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13"/>
                <p:cNvSpPr/>
                <p:nvPr/>
              </p:nvSpPr>
              <p:spPr>
                <a:xfrm>
                  <a:off x="6035081" y="3195447"/>
                  <a:ext cx="160193" cy="368011"/>
                </a:xfrm>
                <a:custGeom>
                  <a:rect b="b" l="l" r="r" t="t"/>
                  <a:pathLst>
                    <a:path extrusionOk="0" h="368011" w="160193">
                      <a:moveTo>
                        <a:pt x="147205" y="205221"/>
                      </a:moveTo>
                      <a:lnTo>
                        <a:pt x="71005" y="205221"/>
                      </a:lnTo>
                      <a:lnTo>
                        <a:pt x="71005" y="305666"/>
                      </a:lnTo>
                      <a:lnTo>
                        <a:pt x="160193" y="305666"/>
                      </a:lnTo>
                      <a:lnTo>
                        <a:pt x="151534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150668" y="0"/>
                      </a:lnTo>
                      <a:lnTo>
                        <a:pt x="150668" y="62346"/>
                      </a:lnTo>
                      <a:lnTo>
                        <a:pt x="71005" y="62346"/>
                      </a:lnTo>
                      <a:lnTo>
                        <a:pt x="71005" y="142875"/>
                      </a:lnTo>
                      <a:lnTo>
                        <a:pt x="147205" y="142875"/>
                      </a:lnTo>
                      <a:lnTo>
                        <a:pt x="147205" y="20522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13"/>
                <p:cNvSpPr/>
                <p:nvPr/>
              </p:nvSpPr>
              <p:spPr>
                <a:xfrm>
                  <a:off x="6218654" y="3189385"/>
                  <a:ext cx="181840" cy="379268"/>
                </a:xfrm>
                <a:custGeom>
                  <a:rect b="b" l="l" r="r" t="t"/>
                  <a:pathLst>
                    <a:path extrusionOk="0" h="379268" w="181840">
                      <a:moveTo>
                        <a:pt x="181841" y="253711"/>
                      </a:moveTo>
                      <a:lnTo>
                        <a:pt x="181841" y="273627"/>
                      </a:lnTo>
                      <a:cubicBezTo>
                        <a:pt x="181841" y="320386"/>
                        <a:pt x="173182" y="379268"/>
                        <a:pt x="89189" y="379268"/>
                      </a:cubicBezTo>
                      <a:cubicBezTo>
                        <a:pt x="26843" y="379268"/>
                        <a:pt x="0" y="346364"/>
                        <a:pt x="0" y="277957"/>
                      </a:cubicBezTo>
                      <a:lnTo>
                        <a:pt x="0" y="97848"/>
                      </a:lnTo>
                      <a:cubicBezTo>
                        <a:pt x="0" y="33771"/>
                        <a:pt x="32039" y="0"/>
                        <a:pt x="90920" y="0"/>
                      </a:cubicBezTo>
                      <a:cubicBezTo>
                        <a:pt x="168852" y="0"/>
                        <a:pt x="180975" y="51089"/>
                        <a:pt x="180975" y="99580"/>
                      </a:cubicBezTo>
                      <a:lnTo>
                        <a:pt x="180975" y="122959"/>
                      </a:lnTo>
                      <a:lnTo>
                        <a:pt x="109971" y="122959"/>
                      </a:lnTo>
                      <a:lnTo>
                        <a:pt x="109971" y="91786"/>
                      </a:lnTo>
                      <a:cubicBezTo>
                        <a:pt x="109971" y="71870"/>
                        <a:pt x="105641" y="61480"/>
                        <a:pt x="90920" y="61480"/>
                      </a:cubicBezTo>
                      <a:cubicBezTo>
                        <a:pt x="76200" y="61480"/>
                        <a:pt x="71871" y="71005"/>
                        <a:pt x="71871" y="91786"/>
                      </a:cubicBezTo>
                      <a:lnTo>
                        <a:pt x="71871" y="286616"/>
                      </a:lnTo>
                      <a:cubicBezTo>
                        <a:pt x="71871" y="306532"/>
                        <a:pt x="75334" y="319521"/>
                        <a:pt x="90920" y="319521"/>
                      </a:cubicBezTo>
                      <a:cubicBezTo>
                        <a:pt x="106507" y="319521"/>
                        <a:pt x="110837" y="308264"/>
                        <a:pt x="110837" y="284884"/>
                      </a:cubicBezTo>
                      <a:lnTo>
                        <a:pt x="110837" y="253711"/>
                      </a:lnTo>
                      <a:lnTo>
                        <a:pt x="181841" y="2537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13"/>
                <p:cNvSpPr/>
                <p:nvPr/>
              </p:nvSpPr>
              <p:spPr>
                <a:xfrm>
                  <a:off x="6416947" y="3194581"/>
                  <a:ext cx="178377" cy="368011"/>
                </a:xfrm>
                <a:custGeom>
                  <a:rect b="b" l="l" r="r" t="t"/>
                  <a:pathLst>
                    <a:path extrusionOk="0" h="368011" w="178377">
                      <a:moveTo>
                        <a:pt x="53686" y="62345"/>
                      </a:moveTo>
                      <a:lnTo>
                        <a:pt x="0" y="62345"/>
                      </a:lnTo>
                      <a:lnTo>
                        <a:pt x="0" y="0"/>
                      </a:lnTo>
                      <a:lnTo>
                        <a:pt x="178377" y="0"/>
                      </a:lnTo>
                      <a:lnTo>
                        <a:pt x="178377" y="62345"/>
                      </a:lnTo>
                      <a:lnTo>
                        <a:pt x="124691" y="62345"/>
                      </a:lnTo>
                      <a:lnTo>
                        <a:pt x="124691" y="368011"/>
                      </a:lnTo>
                      <a:lnTo>
                        <a:pt x="53686" y="368011"/>
                      </a:lnTo>
                      <a:lnTo>
                        <a:pt x="53686" y="6234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3" name="Google Shape;223;p13"/>
              <p:cNvGrpSpPr/>
              <p:nvPr/>
            </p:nvGrpSpPr>
            <p:grpSpPr>
              <a:xfrm>
                <a:off x="10392413" y="6375844"/>
                <a:ext cx="1692852" cy="380134"/>
                <a:chOff x="6708759" y="3188519"/>
                <a:chExt cx="1692852" cy="380134"/>
              </a:xfrm>
            </p:grpSpPr>
            <p:sp>
              <p:nvSpPr>
                <p:cNvPr id="224" name="Google Shape;224;p13"/>
                <p:cNvSpPr/>
                <p:nvPr/>
              </p:nvSpPr>
              <p:spPr>
                <a:xfrm>
                  <a:off x="6708759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13"/>
                <p:cNvSpPr/>
                <p:nvPr/>
              </p:nvSpPr>
              <p:spPr>
                <a:xfrm>
                  <a:off x="6925236" y="3195447"/>
                  <a:ext cx="184438" cy="368877"/>
                </a:xfrm>
                <a:custGeom>
                  <a:rect b="b" l="l" r="r" t="t"/>
                  <a:pathLst>
                    <a:path extrusionOk="0" h="368877" w="184438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1786" y="0"/>
                      </a:lnTo>
                      <a:cubicBezTo>
                        <a:pt x="153266" y="0"/>
                        <a:pt x="184439" y="26843"/>
                        <a:pt x="184439" y="91786"/>
                      </a:cubicBezTo>
                      <a:lnTo>
                        <a:pt x="184439" y="104775"/>
                      </a:lnTo>
                      <a:cubicBezTo>
                        <a:pt x="184439" y="157596"/>
                        <a:pt x="163657" y="173182"/>
                        <a:pt x="148071" y="180109"/>
                      </a:cubicBezTo>
                      <a:cubicBezTo>
                        <a:pt x="170584" y="191366"/>
                        <a:pt x="181841" y="207818"/>
                        <a:pt x="181841" y="259773"/>
                      </a:cubicBezTo>
                      <a:cubicBezTo>
                        <a:pt x="181841" y="295275"/>
                        <a:pt x="180975" y="348961"/>
                        <a:pt x="184439" y="368877"/>
                      </a:cubicBezTo>
                      <a:lnTo>
                        <a:pt x="116032" y="368877"/>
                      </a:lnTo>
                      <a:cubicBezTo>
                        <a:pt x="111702" y="352425"/>
                        <a:pt x="111702" y="303934"/>
                        <a:pt x="111702" y="257175"/>
                      </a:cubicBezTo>
                      <a:cubicBezTo>
                        <a:pt x="111702" y="215611"/>
                        <a:pt x="107373" y="208684"/>
                        <a:pt x="79664" y="208684"/>
                      </a:cubicBezTo>
                      <a:lnTo>
                        <a:pt x="71005" y="208684"/>
                      </a:lnTo>
                      <a:close/>
                      <a:moveTo>
                        <a:pt x="71005" y="151534"/>
                      </a:moveTo>
                      <a:lnTo>
                        <a:pt x="79664" y="151534"/>
                      </a:lnTo>
                      <a:cubicBezTo>
                        <a:pt x="103043" y="151534"/>
                        <a:pt x="112568" y="143741"/>
                        <a:pt x="112568" y="109971"/>
                      </a:cubicBezTo>
                      <a:lnTo>
                        <a:pt x="112568" y="91786"/>
                      </a:lnTo>
                      <a:cubicBezTo>
                        <a:pt x="112568" y="66675"/>
                        <a:pt x="107373" y="54552"/>
                        <a:pt x="81395" y="54552"/>
                      </a:cubicBezTo>
                      <a:lnTo>
                        <a:pt x="70139" y="54552"/>
                      </a:lnTo>
                      <a:lnTo>
                        <a:pt x="70139" y="151534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13"/>
                <p:cNvSpPr/>
                <p:nvPr/>
              </p:nvSpPr>
              <p:spPr>
                <a:xfrm>
                  <a:off x="7141713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30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79664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13"/>
                <p:cNvSpPr/>
                <p:nvPr/>
              </p:nvSpPr>
              <p:spPr>
                <a:xfrm>
                  <a:off x="7371179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13"/>
                <p:cNvSpPr/>
                <p:nvPr/>
              </p:nvSpPr>
              <p:spPr>
                <a:xfrm>
                  <a:off x="7585059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3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29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13"/>
                <p:cNvSpPr/>
                <p:nvPr/>
              </p:nvSpPr>
              <p:spPr>
                <a:xfrm>
                  <a:off x="7805866" y="3188519"/>
                  <a:ext cx="182706" cy="379268"/>
                </a:xfrm>
                <a:custGeom>
                  <a:rect b="b" l="l" r="r" t="t"/>
                  <a:pathLst>
                    <a:path extrusionOk="0" h="379268" w="182706">
                      <a:moveTo>
                        <a:pt x="68407" y="260639"/>
                      </a:moveTo>
                      <a:lnTo>
                        <a:pt x="68407" y="285750"/>
                      </a:lnTo>
                      <a:cubicBezTo>
                        <a:pt x="68407" y="309995"/>
                        <a:pt x="74468" y="321252"/>
                        <a:pt x="90920" y="321252"/>
                      </a:cubicBezTo>
                      <a:cubicBezTo>
                        <a:pt x="107373" y="321252"/>
                        <a:pt x="110836" y="304800"/>
                        <a:pt x="110836" y="287482"/>
                      </a:cubicBezTo>
                      <a:cubicBezTo>
                        <a:pt x="110836" y="252845"/>
                        <a:pt x="103909" y="242455"/>
                        <a:pt x="66675" y="211282"/>
                      </a:cubicBezTo>
                      <a:cubicBezTo>
                        <a:pt x="25111" y="175779"/>
                        <a:pt x="3464" y="154998"/>
                        <a:pt x="3464" y="101311"/>
                      </a:cubicBezTo>
                      <a:cubicBezTo>
                        <a:pt x="3464" y="48491"/>
                        <a:pt x="20782" y="0"/>
                        <a:pt x="90920" y="0"/>
                      </a:cubicBezTo>
                      <a:cubicBezTo>
                        <a:pt x="165388" y="0"/>
                        <a:pt x="175779" y="50223"/>
                        <a:pt x="175779" y="92652"/>
                      </a:cubicBezTo>
                      <a:lnTo>
                        <a:pt x="175779" y="113434"/>
                      </a:lnTo>
                      <a:lnTo>
                        <a:pt x="109104" y="113434"/>
                      </a:lnTo>
                      <a:lnTo>
                        <a:pt x="109104" y="91786"/>
                      </a:lnTo>
                      <a:cubicBezTo>
                        <a:pt x="109104" y="69273"/>
                        <a:pt x="105641" y="58016"/>
                        <a:pt x="91786" y="58016"/>
                      </a:cubicBezTo>
                      <a:cubicBezTo>
                        <a:pt x="78798" y="58016"/>
                        <a:pt x="74468" y="69273"/>
                        <a:pt x="74468" y="90054"/>
                      </a:cubicBezTo>
                      <a:cubicBezTo>
                        <a:pt x="74468" y="112568"/>
                        <a:pt x="78798" y="122959"/>
                        <a:pt x="109104" y="147205"/>
                      </a:cubicBezTo>
                      <a:cubicBezTo>
                        <a:pt x="163657" y="189634"/>
                        <a:pt x="182707" y="213880"/>
                        <a:pt x="182707" y="274493"/>
                      </a:cubicBezTo>
                      <a:cubicBezTo>
                        <a:pt x="182707" y="332509"/>
                        <a:pt x="162791" y="379268"/>
                        <a:pt x="90055" y="379268"/>
                      </a:cubicBezTo>
                      <a:cubicBezTo>
                        <a:pt x="19916" y="379268"/>
                        <a:pt x="0" y="336839"/>
                        <a:pt x="0" y="282286"/>
                      </a:cubicBezTo>
                      <a:lnTo>
                        <a:pt x="0" y="260639"/>
                      </a:lnTo>
                      <a:lnTo>
                        <a:pt x="68407" y="26063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13"/>
                <p:cNvSpPr/>
                <p:nvPr/>
              </p:nvSpPr>
              <p:spPr>
                <a:xfrm>
                  <a:off x="8006757" y="3194581"/>
                  <a:ext cx="211281" cy="368011"/>
                </a:xfrm>
                <a:custGeom>
                  <a:rect b="b" l="l" r="r" t="t"/>
                  <a:pathLst>
                    <a:path extrusionOk="0" h="368011" w="211281">
                      <a:moveTo>
                        <a:pt x="80530" y="280555"/>
                      </a:moveTo>
                      <a:lnTo>
                        <a:pt x="71871" y="368011"/>
                      </a:lnTo>
                      <a:lnTo>
                        <a:pt x="0" y="368011"/>
                      </a:lnTo>
                      <a:lnTo>
                        <a:pt x="51955" y="0"/>
                      </a:lnTo>
                      <a:lnTo>
                        <a:pt x="157596" y="0"/>
                      </a:lnTo>
                      <a:lnTo>
                        <a:pt x="211282" y="368011"/>
                      </a:lnTo>
                      <a:lnTo>
                        <a:pt x="137680" y="368011"/>
                      </a:lnTo>
                      <a:lnTo>
                        <a:pt x="127289" y="280555"/>
                      </a:lnTo>
                      <a:lnTo>
                        <a:pt x="80530" y="280555"/>
                      </a:lnTo>
                      <a:close/>
                      <a:moveTo>
                        <a:pt x="120361" y="218209"/>
                      </a:moveTo>
                      <a:cubicBezTo>
                        <a:pt x="115166" y="171450"/>
                        <a:pt x="107373" y="99580"/>
                        <a:pt x="103909" y="64077"/>
                      </a:cubicBezTo>
                      <a:lnTo>
                        <a:pt x="101311" y="64077"/>
                      </a:lnTo>
                      <a:cubicBezTo>
                        <a:pt x="100446" y="90054"/>
                        <a:pt x="90920" y="172316"/>
                        <a:pt x="86591" y="218209"/>
                      </a:cubicBezTo>
                      <a:lnTo>
                        <a:pt x="120361" y="21820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13"/>
                <p:cNvSpPr/>
                <p:nvPr/>
              </p:nvSpPr>
              <p:spPr>
                <a:xfrm>
                  <a:off x="8242284" y="3194581"/>
                  <a:ext cx="159327" cy="368877"/>
                </a:xfrm>
                <a:custGeom>
                  <a:rect b="b" l="l" r="r" t="t"/>
                  <a:pathLst>
                    <a:path extrusionOk="0" h="368877" w="159327">
                      <a:moveTo>
                        <a:pt x="0" y="0"/>
                      </a:moveTo>
                      <a:lnTo>
                        <a:pt x="71004" y="0"/>
                      </a:lnTo>
                      <a:lnTo>
                        <a:pt x="71004" y="306532"/>
                      </a:lnTo>
                      <a:lnTo>
                        <a:pt x="159327" y="306532"/>
                      </a:lnTo>
                      <a:lnTo>
                        <a:pt x="153266" y="368877"/>
                      </a:lnTo>
                      <a:lnTo>
                        <a:pt x="0" y="368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2" name="Google Shape;232;p13"/>
          <p:cNvSpPr/>
          <p:nvPr/>
        </p:nvSpPr>
        <p:spPr>
          <a:xfrm>
            <a:off x="814493" y="1531917"/>
            <a:ext cx="9284925" cy="973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Find My College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814493" y="4951340"/>
            <a:ext cx="65379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Computer Science and Engineering (Data Science)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814492" y="4215897"/>
            <a:ext cx="709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  <a:t>Guide Name [Dr K. Sai Madhuri]</a:t>
            </a:r>
            <a:b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400">
                <a:solidFill>
                  <a:srgbClr val="3C636A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sz="2400">
              <a:solidFill>
                <a:srgbClr val="3C63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85480" y="6229421"/>
            <a:ext cx="2836424" cy="564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Date: 06/02/2026</a:t>
            </a:r>
            <a:endParaRPr sz="20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7212563" y="6160150"/>
            <a:ext cx="3763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</a:t>
            </a:r>
            <a:r>
              <a:rPr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by:  2026/Minor/A/02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lls connected with crossed wires"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876920" y="-922678"/>
            <a:ext cx="6869307" cy="868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244" name="Google Shape;244;p14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4"/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</p:grpSpPr>
        <p:sp>
          <p:nvSpPr>
            <p:cNvPr id="246" name="Google Shape;246;p14"/>
            <p:cNvSpPr/>
            <p:nvPr/>
          </p:nvSpPr>
          <p:spPr>
            <a:xfrm>
              <a:off x="4301836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459104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488112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5171209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5460422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5750502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603971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32979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6619875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6909088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7199168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7489247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7778461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8068541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8357754" y="1542184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59104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88112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171209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460422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750502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03971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632979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6619875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909088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7199168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489247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7778461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068541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8357754" y="181494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881129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5171209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460422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5750502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03971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632979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6619875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6909088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7199168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7489247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7778461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068541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357754" y="208684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5171209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460422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5750502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03971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632979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6619875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6909088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7199168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7489247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7778461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8068541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8357754" y="2359602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5460422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5750502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603971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32979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6619875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909088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199168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489247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778461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8068541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8357754" y="263236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5750502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603971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632979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6619875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6909088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7199168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7489247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7778461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8068541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8357754" y="2904259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603971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632979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6619875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6909088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7199168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7489247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7778461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8068541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8357754" y="317702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6329795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619875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909088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7199168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7489247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7778461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8068541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8357754" y="3449781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619875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909088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7199168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7489247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778461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8068541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8357754" y="3721677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909088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7199168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7489247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7778461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8068541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8357754" y="399443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7199168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7489247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7778461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8068541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8357754" y="4267200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7489247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7778461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8068541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8357754" y="4539095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7778461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8068541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8357754" y="4811856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8068541" y="508461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8357754" y="5084618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8357754" y="5356513"/>
              <a:ext cx="187036" cy="187036"/>
            </a:xfrm>
            <a:custGeom>
              <a:rect b="b" l="l" r="r" t="t"/>
              <a:pathLst>
                <a:path extrusionOk="0" h="187036" w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4"/>
          <p:cNvGrpSpPr/>
          <p:nvPr/>
        </p:nvGrpSpPr>
        <p:grpSpPr>
          <a:xfrm>
            <a:off x="8612390" y="6231014"/>
            <a:ext cx="3574157" cy="624362"/>
            <a:chOff x="8617842" y="6233640"/>
            <a:chExt cx="3574157" cy="624362"/>
          </a:xfrm>
        </p:grpSpPr>
        <p:sp>
          <p:nvSpPr>
            <p:cNvPr id="367" name="Google Shape;367;p14"/>
            <p:cNvSpPr/>
            <p:nvPr/>
          </p:nvSpPr>
          <p:spPr>
            <a:xfrm>
              <a:off x="8617842" y="6233640"/>
              <a:ext cx="3574157" cy="624362"/>
            </a:xfrm>
            <a:prstGeom prst="rect">
              <a:avLst/>
            </a:prstGeom>
            <a:solidFill>
              <a:srgbClr val="3C636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" name="Google Shape;368;p14"/>
            <p:cNvGrpSpPr/>
            <p:nvPr/>
          </p:nvGrpSpPr>
          <p:grpSpPr>
            <a:xfrm>
              <a:off x="8797456" y="6360215"/>
              <a:ext cx="3287809" cy="395763"/>
              <a:chOff x="8927295" y="6375844"/>
              <a:chExt cx="3157970" cy="380134"/>
            </a:xfrm>
          </p:grpSpPr>
          <p:grpSp>
            <p:nvGrpSpPr>
              <p:cNvPr id="369" name="Google Shape;369;p14"/>
              <p:cNvGrpSpPr/>
              <p:nvPr/>
            </p:nvGrpSpPr>
            <p:grpSpPr>
              <a:xfrm>
                <a:off x="8927295" y="6376710"/>
                <a:ext cx="1351683" cy="379268"/>
                <a:chOff x="5243641" y="3189385"/>
                <a:chExt cx="1351683" cy="379268"/>
              </a:xfrm>
            </p:grpSpPr>
            <p:sp>
              <p:nvSpPr>
                <p:cNvPr id="370" name="Google Shape;370;p14"/>
                <p:cNvSpPr/>
                <p:nvPr/>
              </p:nvSpPr>
              <p:spPr>
                <a:xfrm>
                  <a:off x="5243641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4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0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14"/>
                <p:cNvSpPr/>
                <p:nvPr/>
              </p:nvSpPr>
              <p:spPr>
                <a:xfrm>
                  <a:off x="5460118" y="3195447"/>
                  <a:ext cx="185304" cy="368877"/>
                </a:xfrm>
                <a:custGeom>
                  <a:rect b="b" l="l" r="r" t="t"/>
                  <a:pathLst>
                    <a:path extrusionOk="0" h="368877" w="185304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2652" y="0"/>
                      </a:lnTo>
                      <a:cubicBezTo>
                        <a:pt x="154132" y="0"/>
                        <a:pt x="185305" y="26843"/>
                        <a:pt x="185305" y="91786"/>
                      </a:cubicBezTo>
                      <a:lnTo>
                        <a:pt x="185305" y="104775"/>
                      </a:lnTo>
                      <a:cubicBezTo>
                        <a:pt x="185305" y="157596"/>
                        <a:pt x="164523" y="173182"/>
                        <a:pt x="148936" y="180109"/>
                      </a:cubicBezTo>
                      <a:cubicBezTo>
                        <a:pt x="171450" y="191366"/>
                        <a:pt x="182707" y="207818"/>
                        <a:pt x="182707" y="259773"/>
                      </a:cubicBezTo>
                      <a:cubicBezTo>
                        <a:pt x="182707" y="295275"/>
                        <a:pt x="181841" y="348961"/>
                        <a:pt x="185305" y="368877"/>
                      </a:cubicBezTo>
                      <a:lnTo>
                        <a:pt x="116898" y="368877"/>
                      </a:lnTo>
                      <a:cubicBezTo>
                        <a:pt x="112568" y="352425"/>
                        <a:pt x="112568" y="303934"/>
                        <a:pt x="112568" y="257175"/>
                      </a:cubicBezTo>
                      <a:cubicBezTo>
                        <a:pt x="112568" y="215611"/>
                        <a:pt x="108239" y="208684"/>
                        <a:pt x="80530" y="208684"/>
                      </a:cubicBezTo>
                      <a:lnTo>
                        <a:pt x="71005" y="208684"/>
                      </a:lnTo>
                      <a:close/>
                      <a:moveTo>
                        <a:pt x="71870" y="151534"/>
                      </a:moveTo>
                      <a:lnTo>
                        <a:pt x="80530" y="151534"/>
                      </a:lnTo>
                      <a:cubicBezTo>
                        <a:pt x="103909" y="151534"/>
                        <a:pt x="113434" y="143741"/>
                        <a:pt x="113434" y="109971"/>
                      </a:cubicBezTo>
                      <a:lnTo>
                        <a:pt x="113434" y="91786"/>
                      </a:lnTo>
                      <a:cubicBezTo>
                        <a:pt x="113434" y="66675"/>
                        <a:pt x="108239" y="54552"/>
                        <a:pt x="82261" y="54552"/>
                      </a:cubicBezTo>
                      <a:lnTo>
                        <a:pt x="71005" y="54552"/>
                      </a:lnTo>
                      <a:lnTo>
                        <a:pt x="71005" y="151534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14"/>
                <p:cNvSpPr/>
                <p:nvPr/>
              </p:nvSpPr>
              <p:spPr>
                <a:xfrm>
                  <a:off x="5676595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30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14"/>
                <p:cNvSpPr/>
                <p:nvPr/>
              </p:nvSpPr>
              <p:spPr>
                <a:xfrm>
                  <a:off x="5884413" y="3194581"/>
                  <a:ext cx="110836" cy="373206"/>
                </a:xfrm>
                <a:custGeom>
                  <a:rect b="b" l="l" r="r" t="t"/>
                  <a:pathLst>
                    <a:path extrusionOk="0" h="373206" w="110836">
                      <a:moveTo>
                        <a:pt x="110836" y="277091"/>
                      </a:moveTo>
                      <a:cubicBezTo>
                        <a:pt x="110836" y="332509"/>
                        <a:pt x="103909" y="373207"/>
                        <a:pt x="32039" y="373207"/>
                      </a:cubicBezTo>
                      <a:cubicBezTo>
                        <a:pt x="21648" y="373207"/>
                        <a:pt x="7793" y="372341"/>
                        <a:pt x="0" y="370609"/>
                      </a:cubicBezTo>
                      <a:lnTo>
                        <a:pt x="0" y="311727"/>
                      </a:lnTo>
                      <a:cubicBezTo>
                        <a:pt x="3464" y="311727"/>
                        <a:pt x="9525" y="312593"/>
                        <a:pt x="15586" y="312593"/>
                      </a:cubicBezTo>
                      <a:cubicBezTo>
                        <a:pt x="33770" y="312593"/>
                        <a:pt x="38966" y="306532"/>
                        <a:pt x="38966" y="284884"/>
                      </a:cubicBezTo>
                      <a:lnTo>
                        <a:pt x="38966" y="0"/>
                      </a:lnTo>
                      <a:lnTo>
                        <a:pt x="109970" y="0"/>
                      </a:lnTo>
                      <a:lnTo>
                        <a:pt x="109970" y="27709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14"/>
                <p:cNvSpPr/>
                <p:nvPr/>
              </p:nvSpPr>
              <p:spPr>
                <a:xfrm>
                  <a:off x="6035081" y="3195447"/>
                  <a:ext cx="160193" cy="368011"/>
                </a:xfrm>
                <a:custGeom>
                  <a:rect b="b" l="l" r="r" t="t"/>
                  <a:pathLst>
                    <a:path extrusionOk="0" h="368011" w="160193">
                      <a:moveTo>
                        <a:pt x="147205" y="205221"/>
                      </a:moveTo>
                      <a:lnTo>
                        <a:pt x="71005" y="205221"/>
                      </a:lnTo>
                      <a:lnTo>
                        <a:pt x="71005" y="305666"/>
                      </a:lnTo>
                      <a:lnTo>
                        <a:pt x="160193" y="305666"/>
                      </a:lnTo>
                      <a:lnTo>
                        <a:pt x="151534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150668" y="0"/>
                      </a:lnTo>
                      <a:lnTo>
                        <a:pt x="150668" y="62346"/>
                      </a:lnTo>
                      <a:lnTo>
                        <a:pt x="71005" y="62346"/>
                      </a:lnTo>
                      <a:lnTo>
                        <a:pt x="71005" y="142875"/>
                      </a:lnTo>
                      <a:lnTo>
                        <a:pt x="147205" y="142875"/>
                      </a:lnTo>
                      <a:lnTo>
                        <a:pt x="147205" y="20522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14"/>
                <p:cNvSpPr/>
                <p:nvPr/>
              </p:nvSpPr>
              <p:spPr>
                <a:xfrm>
                  <a:off x="6218654" y="3189385"/>
                  <a:ext cx="181840" cy="379268"/>
                </a:xfrm>
                <a:custGeom>
                  <a:rect b="b" l="l" r="r" t="t"/>
                  <a:pathLst>
                    <a:path extrusionOk="0" h="379268" w="181840">
                      <a:moveTo>
                        <a:pt x="181841" y="253711"/>
                      </a:moveTo>
                      <a:lnTo>
                        <a:pt x="181841" y="273627"/>
                      </a:lnTo>
                      <a:cubicBezTo>
                        <a:pt x="181841" y="320386"/>
                        <a:pt x="173182" y="379268"/>
                        <a:pt x="89189" y="379268"/>
                      </a:cubicBezTo>
                      <a:cubicBezTo>
                        <a:pt x="26843" y="379268"/>
                        <a:pt x="0" y="346364"/>
                        <a:pt x="0" y="277957"/>
                      </a:cubicBezTo>
                      <a:lnTo>
                        <a:pt x="0" y="97848"/>
                      </a:lnTo>
                      <a:cubicBezTo>
                        <a:pt x="0" y="33771"/>
                        <a:pt x="32039" y="0"/>
                        <a:pt x="90920" y="0"/>
                      </a:cubicBezTo>
                      <a:cubicBezTo>
                        <a:pt x="168852" y="0"/>
                        <a:pt x="180975" y="51089"/>
                        <a:pt x="180975" y="99580"/>
                      </a:cubicBezTo>
                      <a:lnTo>
                        <a:pt x="180975" y="122959"/>
                      </a:lnTo>
                      <a:lnTo>
                        <a:pt x="109971" y="122959"/>
                      </a:lnTo>
                      <a:lnTo>
                        <a:pt x="109971" y="91786"/>
                      </a:lnTo>
                      <a:cubicBezTo>
                        <a:pt x="109971" y="71870"/>
                        <a:pt x="105641" y="61480"/>
                        <a:pt x="90920" y="61480"/>
                      </a:cubicBezTo>
                      <a:cubicBezTo>
                        <a:pt x="76200" y="61480"/>
                        <a:pt x="71871" y="71005"/>
                        <a:pt x="71871" y="91786"/>
                      </a:cubicBezTo>
                      <a:lnTo>
                        <a:pt x="71871" y="286616"/>
                      </a:lnTo>
                      <a:cubicBezTo>
                        <a:pt x="71871" y="306532"/>
                        <a:pt x="75334" y="319521"/>
                        <a:pt x="90920" y="319521"/>
                      </a:cubicBezTo>
                      <a:cubicBezTo>
                        <a:pt x="106507" y="319521"/>
                        <a:pt x="110837" y="308264"/>
                        <a:pt x="110837" y="284884"/>
                      </a:cubicBezTo>
                      <a:lnTo>
                        <a:pt x="110837" y="253711"/>
                      </a:lnTo>
                      <a:lnTo>
                        <a:pt x="181841" y="253711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14"/>
                <p:cNvSpPr/>
                <p:nvPr/>
              </p:nvSpPr>
              <p:spPr>
                <a:xfrm>
                  <a:off x="6416947" y="3194581"/>
                  <a:ext cx="178377" cy="368011"/>
                </a:xfrm>
                <a:custGeom>
                  <a:rect b="b" l="l" r="r" t="t"/>
                  <a:pathLst>
                    <a:path extrusionOk="0" h="368011" w="178377">
                      <a:moveTo>
                        <a:pt x="53686" y="62345"/>
                      </a:moveTo>
                      <a:lnTo>
                        <a:pt x="0" y="62345"/>
                      </a:lnTo>
                      <a:lnTo>
                        <a:pt x="0" y="0"/>
                      </a:lnTo>
                      <a:lnTo>
                        <a:pt x="178377" y="0"/>
                      </a:lnTo>
                      <a:lnTo>
                        <a:pt x="178377" y="62345"/>
                      </a:lnTo>
                      <a:lnTo>
                        <a:pt x="124691" y="62345"/>
                      </a:lnTo>
                      <a:lnTo>
                        <a:pt x="124691" y="368011"/>
                      </a:lnTo>
                      <a:lnTo>
                        <a:pt x="53686" y="368011"/>
                      </a:lnTo>
                      <a:lnTo>
                        <a:pt x="53686" y="62345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7" name="Google Shape;377;p14"/>
              <p:cNvGrpSpPr/>
              <p:nvPr/>
            </p:nvGrpSpPr>
            <p:grpSpPr>
              <a:xfrm>
                <a:off x="10392413" y="6375844"/>
                <a:ext cx="1692852" cy="380134"/>
                <a:chOff x="6708759" y="3188519"/>
                <a:chExt cx="1692852" cy="380134"/>
              </a:xfrm>
            </p:grpSpPr>
            <p:sp>
              <p:nvSpPr>
                <p:cNvPr id="378" name="Google Shape;378;p14"/>
                <p:cNvSpPr/>
                <p:nvPr/>
              </p:nvSpPr>
              <p:spPr>
                <a:xfrm>
                  <a:off x="6708759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" name="Google Shape;379;p14"/>
                <p:cNvSpPr/>
                <p:nvPr/>
              </p:nvSpPr>
              <p:spPr>
                <a:xfrm>
                  <a:off x="6925236" y="3195447"/>
                  <a:ext cx="184438" cy="368877"/>
                </a:xfrm>
                <a:custGeom>
                  <a:rect b="b" l="l" r="r" t="t"/>
                  <a:pathLst>
                    <a:path extrusionOk="0" h="368877" w="184438">
                      <a:moveTo>
                        <a:pt x="71005" y="207818"/>
                      </a:move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lnTo>
                        <a:pt x="91786" y="0"/>
                      </a:lnTo>
                      <a:cubicBezTo>
                        <a:pt x="153266" y="0"/>
                        <a:pt x="184439" y="26843"/>
                        <a:pt x="184439" y="91786"/>
                      </a:cubicBezTo>
                      <a:lnTo>
                        <a:pt x="184439" y="104775"/>
                      </a:lnTo>
                      <a:cubicBezTo>
                        <a:pt x="184439" y="157596"/>
                        <a:pt x="163657" y="173182"/>
                        <a:pt x="148071" y="180109"/>
                      </a:cubicBezTo>
                      <a:cubicBezTo>
                        <a:pt x="170584" y="191366"/>
                        <a:pt x="181841" y="207818"/>
                        <a:pt x="181841" y="259773"/>
                      </a:cubicBezTo>
                      <a:cubicBezTo>
                        <a:pt x="181841" y="295275"/>
                        <a:pt x="180975" y="348961"/>
                        <a:pt x="184439" y="368877"/>
                      </a:cubicBezTo>
                      <a:lnTo>
                        <a:pt x="116032" y="368877"/>
                      </a:lnTo>
                      <a:cubicBezTo>
                        <a:pt x="111702" y="352425"/>
                        <a:pt x="111702" y="303934"/>
                        <a:pt x="111702" y="257175"/>
                      </a:cubicBezTo>
                      <a:cubicBezTo>
                        <a:pt x="111702" y="215611"/>
                        <a:pt x="107373" y="208684"/>
                        <a:pt x="79664" y="208684"/>
                      </a:cubicBezTo>
                      <a:lnTo>
                        <a:pt x="71005" y="208684"/>
                      </a:lnTo>
                      <a:close/>
                      <a:moveTo>
                        <a:pt x="71005" y="151534"/>
                      </a:moveTo>
                      <a:lnTo>
                        <a:pt x="79664" y="151534"/>
                      </a:lnTo>
                      <a:cubicBezTo>
                        <a:pt x="103043" y="151534"/>
                        <a:pt x="112568" y="143741"/>
                        <a:pt x="112568" y="109971"/>
                      </a:cubicBezTo>
                      <a:lnTo>
                        <a:pt x="112568" y="91786"/>
                      </a:lnTo>
                      <a:cubicBezTo>
                        <a:pt x="112568" y="66675"/>
                        <a:pt x="107373" y="54552"/>
                        <a:pt x="81395" y="54552"/>
                      </a:cubicBezTo>
                      <a:lnTo>
                        <a:pt x="70139" y="54552"/>
                      </a:lnTo>
                      <a:lnTo>
                        <a:pt x="70139" y="151534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14"/>
                <p:cNvSpPr/>
                <p:nvPr/>
              </p:nvSpPr>
              <p:spPr>
                <a:xfrm>
                  <a:off x="7141713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30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4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79664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14"/>
                <p:cNvSpPr/>
                <p:nvPr/>
              </p:nvSpPr>
              <p:spPr>
                <a:xfrm>
                  <a:off x="7371179" y="3194581"/>
                  <a:ext cx="186170" cy="368011"/>
                </a:xfrm>
                <a:custGeom>
                  <a:rect b="b" l="l" r="r" t="t"/>
                  <a:pathLst>
                    <a:path extrusionOk="0" h="368011" w="186170">
                      <a:moveTo>
                        <a:pt x="0" y="0"/>
                      </a:moveTo>
                      <a:lnTo>
                        <a:pt x="94384" y="0"/>
                      </a:lnTo>
                      <a:cubicBezTo>
                        <a:pt x="155864" y="0"/>
                        <a:pt x="186170" y="32039"/>
                        <a:pt x="186170" y="97848"/>
                      </a:cubicBezTo>
                      <a:lnTo>
                        <a:pt x="186170" y="120361"/>
                      </a:lnTo>
                      <a:cubicBezTo>
                        <a:pt x="186170" y="184439"/>
                        <a:pt x="161925" y="223405"/>
                        <a:pt x="91786" y="223405"/>
                      </a:cubicBezTo>
                      <a:lnTo>
                        <a:pt x="71005" y="223405"/>
                      </a:lnTo>
                      <a:lnTo>
                        <a:pt x="71005" y="368011"/>
                      </a:lnTo>
                      <a:lnTo>
                        <a:pt x="0" y="368011"/>
                      </a:lnTo>
                      <a:lnTo>
                        <a:pt x="0" y="0"/>
                      </a:lnTo>
                      <a:close/>
                      <a:moveTo>
                        <a:pt x="71005" y="166255"/>
                      </a:moveTo>
                      <a:lnTo>
                        <a:pt x="82261" y="166255"/>
                      </a:lnTo>
                      <a:cubicBezTo>
                        <a:pt x="109105" y="166255"/>
                        <a:pt x="115166" y="151534"/>
                        <a:pt x="115166" y="120361"/>
                      </a:cubicBezTo>
                      <a:lnTo>
                        <a:pt x="115166" y="95250"/>
                      </a:lnTo>
                      <a:cubicBezTo>
                        <a:pt x="115166" y="71870"/>
                        <a:pt x="109971" y="56284"/>
                        <a:pt x="85725" y="56284"/>
                      </a:cubicBezTo>
                      <a:lnTo>
                        <a:pt x="71005" y="56284"/>
                      </a:lnTo>
                      <a:lnTo>
                        <a:pt x="71005" y="166255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4"/>
                <p:cNvSpPr/>
                <p:nvPr/>
              </p:nvSpPr>
              <p:spPr>
                <a:xfrm>
                  <a:off x="7585059" y="3189385"/>
                  <a:ext cx="191365" cy="379268"/>
                </a:xfrm>
                <a:custGeom>
                  <a:rect b="b" l="l" r="r" t="t"/>
                  <a:pathLst>
                    <a:path extrusionOk="0" h="379268" w="191365">
                      <a:moveTo>
                        <a:pt x="191366" y="103909"/>
                      </a:moveTo>
                      <a:lnTo>
                        <a:pt x="191366" y="274493"/>
                      </a:lnTo>
                      <a:cubicBezTo>
                        <a:pt x="191366" y="347230"/>
                        <a:pt x="156729" y="379268"/>
                        <a:pt x="92652" y="379268"/>
                      </a:cubicBezTo>
                      <a:cubicBezTo>
                        <a:pt x="31173" y="379268"/>
                        <a:pt x="0" y="347230"/>
                        <a:pt x="0" y="275359"/>
                      </a:cubicBezTo>
                      <a:lnTo>
                        <a:pt x="0" y="102177"/>
                      </a:lnTo>
                      <a:cubicBezTo>
                        <a:pt x="0" y="31173"/>
                        <a:pt x="38966" y="0"/>
                        <a:pt x="96116" y="0"/>
                      </a:cubicBezTo>
                      <a:cubicBezTo>
                        <a:pt x="153266" y="0"/>
                        <a:pt x="191366" y="30307"/>
                        <a:pt x="191366" y="103909"/>
                      </a:cubicBezTo>
                      <a:close/>
                      <a:moveTo>
                        <a:pt x="71870" y="96116"/>
                      </a:moveTo>
                      <a:lnTo>
                        <a:pt x="71870" y="284018"/>
                      </a:lnTo>
                      <a:cubicBezTo>
                        <a:pt x="71870" y="306532"/>
                        <a:pt x="79663" y="318655"/>
                        <a:pt x="95250" y="318655"/>
                      </a:cubicBezTo>
                      <a:cubicBezTo>
                        <a:pt x="111702" y="318655"/>
                        <a:pt x="119495" y="308264"/>
                        <a:pt x="119495" y="284018"/>
                      </a:cubicBezTo>
                      <a:lnTo>
                        <a:pt x="119495" y="95250"/>
                      </a:lnTo>
                      <a:cubicBezTo>
                        <a:pt x="119495" y="71870"/>
                        <a:pt x="113434" y="60614"/>
                        <a:pt x="95250" y="60614"/>
                      </a:cubicBezTo>
                      <a:cubicBezTo>
                        <a:pt x="80529" y="60614"/>
                        <a:pt x="71870" y="71005"/>
                        <a:pt x="71870" y="96116"/>
                      </a:cubicBez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14"/>
                <p:cNvSpPr/>
                <p:nvPr/>
              </p:nvSpPr>
              <p:spPr>
                <a:xfrm>
                  <a:off x="7805866" y="3188519"/>
                  <a:ext cx="182706" cy="379268"/>
                </a:xfrm>
                <a:custGeom>
                  <a:rect b="b" l="l" r="r" t="t"/>
                  <a:pathLst>
                    <a:path extrusionOk="0" h="379268" w="182706">
                      <a:moveTo>
                        <a:pt x="68407" y="260639"/>
                      </a:moveTo>
                      <a:lnTo>
                        <a:pt x="68407" y="285750"/>
                      </a:lnTo>
                      <a:cubicBezTo>
                        <a:pt x="68407" y="309995"/>
                        <a:pt x="74468" y="321252"/>
                        <a:pt x="90920" y="321252"/>
                      </a:cubicBezTo>
                      <a:cubicBezTo>
                        <a:pt x="107373" y="321252"/>
                        <a:pt x="110836" y="304800"/>
                        <a:pt x="110836" y="287482"/>
                      </a:cubicBezTo>
                      <a:cubicBezTo>
                        <a:pt x="110836" y="252845"/>
                        <a:pt x="103909" y="242455"/>
                        <a:pt x="66675" y="211282"/>
                      </a:cubicBezTo>
                      <a:cubicBezTo>
                        <a:pt x="25111" y="175779"/>
                        <a:pt x="3464" y="154998"/>
                        <a:pt x="3464" y="101311"/>
                      </a:cubicBezTo>
                      <a:cubicBezTo>
                        <a:pt x="3464" y="48491"/>
                        <a:pt x="20782" y="0"/>
                        <a:pt x="90920" y="0"/>
                      </a:cubicBezTo>
                      <a:cubicBezTo>
                        <a:pt x="165388" y="0"/>
                        <a:pt x="175779" y="50223"/>
                        <a:pt x="175779" y="92652"/>
                      </a:cubicBezTo>
                      <a:lnTo>
                        <a:pt x="175779" y="113434"/>
                      </a:lnTo>
                      <a:lnTo>
                        <a:pt x="109104" y="113434"/>
                      </a:lnTo>
                      <a:lnTo>
                        <a:pt x="109104" y="91786"/>
                      </a:lnTo>
                      <a:cubicBezTo>
                        <a:pt x="109104" y="69273"/>
                        <a:pt x="105641" y="58016"/>
                        <a:pt x="91786" y="58016"/>
                      </a:cubicBezTo>
                      <a:cubicBezTo>
                        <a:pt x="78798" y="58016"/>
                        <a:pt x="74468" y="69273"/>
                        <a:pt x="74468" y="90054"/>
                      </a:cubicBezTo>
                      <a:cubicBezTo>
                        <a:pt x="74468" y="112568"/>
                        <a:pt x="78798" y="122959"/>
                        <a:pt x="109104" y="147205"/>
                      </a:cubicBezTo>
                      <a:cubicBezTo>
                        <a:pt x="163657" y="189634"/>
                        <a:pt x="182707" y="213880"/>
                        <a:pt x="182707" y="274493"/>
                      </a:cubicBezTo>
                      <a:cubicBezTo>
                        <a:pt x="182707" y="332509"/>
                        <a:pt x="162791" y="379268"/>
                        <a:pt x="90055" y="379268"/>
                      </a:cubicBezTo>
                      <a:cubicBezTo>
                        <a:pt x="19916" y="379268"/>
                        <a:pt x="0" y="336839"/>
                        <a:pt x="0" y="282286"/>
                      </a:cubicBezTo>
                      <a:lnTo>
                        <a:pt x="0" y="260639"/>
                      </a:lnTo>
                      <a:lnTo>
                        <a:pt x="68407" y="26063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14"/>
                <p:cNvSpPr/>
                <p:nvPr/>
              </p:nvSpPr>
              <p:spPr>
                <a:xfrm>
                  <a:off x="8006757" y="3194581"/>
                  <a:ext cx="211281" cy="368011"/>
                </a:xfrm>
                <a:custGeom>
                  <a:rect b="b" l="l" r="r" t="t"/>
                  <a:pathLst>
                    <a:path extrusionOk="0" h="368011" w="211281">
                      <a:moveTo>
                        <a:pt x="80530" y="280555"/>
                      </a:moveTo>
                      <a:lnTo>
                        <a:pt x="71871" y="368011"/>
                      </a:lnTo>
                      <a:lnTo>
                        <a:pt x="0" y="368011"/>
                      </a:lnTo>
                      <a:lnTo>
                        <a:pt x="51955" y="0"/>
                      </a:lnTo>
                      <a:lnTo>
                        <a:pt x="157596" y="0"/>
                      </a:lnTo>
                      <a:lnTo>
                        <a:pt x="211282" y="368011"/>
                      </a:lnTo>
                      <a:lnTo>
                        <a:pt x="137680" y="368011"/>
                      </a:lnTo>
                      <a:lnTo>
                        <a:pt x="127289" y="280555"/>
                      </a:lnTo>
                      <a:lnTo>
                        <a:pt x="80530" y="280555"/>
                      </a:lnTo>
                      <a:close/>
                      <a:moveTo>
                        <a:pt x="120361" y="218209"/>
                      </a:moveTo>
                      <a:cubicBezTo>
                        <a:pt x="115166" y="171450"/>
                        <a:pt x="107373" y="99580"/>
                        <a:pt x="103909" y="64077"/>
                      </a:cubicBezTo>
                      <a:lnTo>
                        <a:pt x="101311" y="64077"/>
                      </a:lnTo>
                      <a:cubicBezTo>
                        <a:pt x="100446" y="90054"/>
                        <a:pt x="90920" y="172316"/>
                        <a:pt x="86591" y="218209"/>
                      </a:cubicBezTo>
                      <a:lnTo>
                        <a:pt x="120361" y="218209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14"/>
                <p:cNvSpPr/>
                <p:nvPr/>
              </p:nvSpPr>
              <p:spPr>
                <a:xfrm>
                  <a:off x="8242284" y="3194581"/>
                  <a:ext cx="159327" cy="368877"/>
                </a:xfrm>
                <a:custGeom>
                  <a:rect b="b" l="l" r="r" t="t"/>
                  <a:pathLst>
                    <a:path extrusionOk="0" h="368877" w="159327">
                      <a:moveTo>
                        <a:pt x="0" y="0"/>
                      </a:moveTo>
                      <a:lnTo>
                        <a:pt x="71004" y="0"/>
                      </a:lnTo>
                      <a:lnTo>
                        <a:pt x="71004" y="306532"/>
                      </a:lnTo>
                      <a:lnTo>
                        <a:pt x="159327" y="306532"/>
                      </a:lnTo>
                      <a:lnTo>
                        <a:pt x="153266" y="368877"/>
                      </a:lnTo>
                      <a:lnTo>
                        <a:pt x="0" y="3688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F2F2">
                    <a:alpha val="7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6" name="Google Shape;386;p14"/>
          <p:cNvSpPr/>
          <p:nvPr/>
        </p:nvSpPr>
        <p:spPr>
          <a:xfrm>
            <a:off x="-4905" y="0"/>
            <a:ext cx="6785714" cy="759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08324" y="1283306"/>
            <a:ext cx="599837" cy="443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193763" y="4408320"/>
            <a:ext cx="71430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Hardware and Software Requirements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193787" y="1920064"/>
            <a:ext cx="45039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Existing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057707" y="2044334"/>
            <a:ext cx="599837" cy="443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184872" y="1308824"/>
            <a:ext cx="4114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Introduction 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193764" y="4199951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193767" y="3075928"/>
            <a:ext cx="6356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193766" y="5693534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References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1174318" y="727931"/>
            <a:ext cx="4114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Abstract 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174316" y="2497996"/>
            <a:ext cx="5380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Disadvantages of Existing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133217" y="3705373"/>
            <a:ext cx="6356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Advantages of Proposed System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193768" y="5050935"/>
            <a:ext cx="3670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rgbClr val="284348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rgbClr val="284348"/>
                </a:solidFill>
                <a:latin typeface="Calibri"/>
                <a:ea typeface="Calibri"/>
                <a:cs typeface="Calibri"/>
                <a:sym typeface="Calibri"/>
              </a:rPr>
              <a:t>  Architecture</a:t>
            </a:r>
            <a:endParaRPr sz="2400">
              <a:solidFill>
                <a:srgbClr val="2843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04" name="Google Shape;40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05" name="Google Shape;405;p15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631000" y="1368925"/>
            <a:ext cx="7999200" cy="47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Choosing the right college after entrance exam results is a challenging and time-consuming task for students, as it depends on multiple factors such as entrance exam rank, category, preferred branch, quota, location, and previous year cutoff trends.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The proposed </a:t>
            </a:r>
            <a:r>
              <a:rPr b="1" lang="en-IN" sz="1900">
                <a:solidFill>
                  <a:schemeClr val="dk1"/>
                </a:solidFill>
              </a:rPr>
              <a:t>Find My College </a:t>
            </a:r>
            <a:r>
              <a:rPr lang="en-IN" sz="1900">
                <a:solidFill>
                  <a:schemeClr val="dk1"/>
                </a:solidFill>
              </a:rPr>
              <a:t>web application helps students predict suitable colleges based on their academic profile and preferences. The system compares user inputs with historical cutoff data stored in a database and generates a list of colleges where the student has a possible chance of admission.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</a:rPr>
              <a:t>This system aims to provide a </a:t>
            </a:r>
            <a:r>
              <a:rPr b="1" lang="en-IN" sz="1900">
                <a:solidFill>
                  <a:schemeClr val="dk1"/>
                </a:solidFill>
              </a:rPr>
              <a:t>fast, accurate, and user-friendly solution</a:t>
            </a:r>
            <a:r>
              <a:rPr lang="en-IN" sz="1900">
                <a:solidFill>
                  <a:schemeClr val="dk1"/>
                </a:solidFill>
              </a:rPr>
              <a:t> that reduces confusion during counselling and helps students make informed admission decisions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13" name="Google Shape;41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14" name="Google Shape;414;p16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6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731275" y="1328825"/>
            <a:ext cx="7791900" cy="4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After the declaration of entrance exam results, students face confusion due to the availability of large amounts of scattered information related to colleges and admissions.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Manual comparison of cutoffs, placements, and reviews from different sources is inefficient and prone to errors.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</a:t>
            </a:r>
            <a:r>
              <a:rPr b="1" lang="en-IN" sz="1800">
                <a:solidFill>
                  <a:schemeClr val="dk1"/>
                </a:solidFill>
              </a:rPr>
              <a:t>Find My College</a:t>
            </a:r>
            <a:r>
              <a:rPr lang="en-IN" sz="1800">
                <a:solidFill>
                  <a:schemeClr val="dk1"/>
                </a:solidFill>
              </a:rPr>
              <a:t> aims to simplify this process by providing a centralized platform that offers personalized college recommendations and relevant details.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Students often struggle to understand their actual chances of admission, as there is no clear indication of eligibility or probability based on rank and cutoff trends.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• Lack of reliable guidance during the counselling process can lead to poor decision-making and missed opportunities for suitable colleges.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22" name="Google Shape;42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23" name="Google Shape;423;p17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/>
        </p:nvSpPr>
        <p:spPr>
          <a:xfrm>
            <a:off x="446809" y="365125"/>
            <a:ext cx="725285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Existing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677775" y="1462500"/>
            <a:ext cx="7791900" cy="44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Students manually search for college cutoffs, placement statistics, and reviews across multiple websites and platforms.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There is no personalized recommendation system based on rank, category, and preferences.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Students often rely on peer suggestions or unofficial sources, which may be inaccurate or outdated.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Such as Shiksha,TG EAPCET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31" name="Google Shape;431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32" name="Google Shape;432;p18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Disadvantages of Existing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58250" y="1489250"/>
            <a:ext cx="7771800" cy="49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The existing system is time-consuming and requires manual comparison of data from multiple sources.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It lacks personalization and does not clearly indicate admission probability for individual students.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Placement data and student reviews are not integrated into the decision-making process.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</a:rPr>
              <a:t>• Due to scattered and outdated information, students may miss eligible colleges or make poor choices.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40" name="Google Shape;44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41" name="Google Shape;441;p19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9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778050" y="1415000"/>
            <a:ext cx="7851900" cy="4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The proposed </a:t>
            </a:r>
            <a:r>
              <a:rPr b="1" lang="en-IN" sz="2000">
                <a:solidFill>
                  <a:schemeClr val="dk1"/>
                </a:solidFill>
              </a:rPr>
              <a:t>Find My College</a:t>
            </a:r>
            <a:r>
              <a:rPr lang="en-IN" sz="2000">
                <a:solidFill>
                  <a:schemeClr val="dk1"/>
                </a:solidFill>
              </a:rPr>
              <a:t> system is an automated college recommendation platform based on student academic details.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It accepts inputs such as entrance exam rank, category, preferred branch, state, and quota.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The system compares user data with historical cutoff trends stored in a database to identify eligible colleges.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• It also provides placement statistics, student reviews, and detailed college information for better guidance.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• In addition, the system guides students through the college application process by providing information on admission procedures, required documents, and application steps for each recommended college.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49" name="Google Shape;44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50" name="Google Shape;450;p20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0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dvantages of Proposed System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671100" y="1487300"/>
            <a:ext cx="7959000" cy="4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system saves time and effort by automating the college selection process.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It provides accurate and personalized college recommendations based on historical data.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Integration of placement statistics and student feedback helps students evaluate colleges effectively.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user-friendly interface reduces confusion during counselling and improves decision-making.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58" name="Google Shape;45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59" name="Google Shape;459;p21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1"/>
          <p:cNvSpPr txBox="1"/>
          <p:nvPr/>
        </p:nvSpPr>
        <p:spPr>
          <a:xfrm>
            <a:off x="446809" y="365125"/>
            <a:ext cx="927661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Hardware and Software Requirements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691175" y="1357575"/>
            <a:ext cx="77118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system requires a computer with a minimum of Intel i3 processor, 4 GB RAM, sufficient storage space, and an active internet connection.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Software requirements include Windows or Linux operating system, Python programming language, and a web browser.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The frontend is developed using HTML, CSS, and JavaScript, while the backend uses Flask or Django.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</a:rPr>
              <a:t>• MySQL or SQLite is used for database management, and development tools include VS Code or PyCharm.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67" name="Google Shape;46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68" name="Google Shape;468;p22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838200" y="1435775"/>
            <a:ext cx="7791900" cy="4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system architecture consists of a user interface, backend server, database, and recommendation logic.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Users enter academic and preference details through the web interface.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backend processes the input data and compares it with historical cutoff information stored in the database.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Eligible colleges along with admission probability, placement statistics, and reviews are displayed to the user.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2" title="arc im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63" y="1134575"/>
            <a:ext cx="8261676" cy="57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77" name="Google Shape;47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78" name="Google Shape;478;p23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3"/>
          <p:cNvSpPr txBox="1"/>
          <p:nvPr/>
        </p:nvSpPr>
        <p:spPr>
          <a:xfrm>
            <a:off x="446809" y="365125"/>
            <a:ext cx="818327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19444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400">
              <a:solidFill>
                <a:srgbClr val="1944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938475" y="1449125"/>
            <a:ext cx="7691700" cy="4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Official counselling and admission websites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Previous year cutoff datasets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Python and Flask documentation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Database management system references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>
                <a:solidFill>
                  <a:schemeClr val="dk1"/>
                </a:solidFill>
              </a:rPr>
              <a:t>• Educational admission portals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Balls connected with crossed wires" id="486" name="Google Shape;48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-5"/>
          <a:stretch/>
        </p:blipFill>
        <p:spPr>
          <a:xfrm flipH="1" rot="5400000">
            <a:off x="1028697" y="-1028704"/>
            <a:ext cx="6858001" cy="8915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lls connected with crossed wires" id="487" name="Google Shape;487;p24"/>
          <p:cNvPicPr preferRelativeResize="0"/>
          <p:nvPr/>
        </p:nvPicPr>
        <p:blipFill rotWithShape="1">
          <a:blip r:embed="rId4">
            <a:alphaModFix/>
          </a:blip>
          <a:srcRect b="0" l="0" r="0" t="-2"/>
          <a:stretch/>
        </p:blipFill>
        <p:spPr>
          <a:xfrm rot="-5400000">
            <a:off x="6979162" y="1650924"/>
            <a:ext cx="6858002" cy="355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4"/>
          <p:cNvSpPr/>
          <p:nvPr/>
        </p:nvSpPr>
        <p:spPr>
          <a:xfrm>
            <a:off x="3473041" y="2406049"/>
            <a:ext cx="457599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0" cap="none">
                <a:solidFill>
                  <a:srgbClr val="FF935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8000" cap="none">
              <a:solidFill>
                <a:srgbClr val="FF9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