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66" r:id="rId15"/>
    <p:sldId id="267" r:id="rId16"/>
  </p:sldIdLst>
  <p:sldSz cx="12192000" cy="6858000"/>
  <p:notesSz cx="6858000" cy="9144000"/>
  <p:embeddedFontLst>
    <p:embeddedFont>
      <p:font typeface="Century Gothic" panose="020B050202020202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" y="78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kshith golla" userId="126cf09c565d77bc" providerId="LiveId" clId="{D448F035-56BA-4702-B134-1BBABB493B1A}"/>
    <pc:docChg chg="modSld sldOrd">
      <pc:chgData name="deekshith golla" userId="126cf09c565d77bc" providerId="LiveId" clId="{D448F035-56BA-4702-B134-1BBABB493B1A}" dt="2026-03-27T16:56:10.035" v="1"/>
      <pc:docMkLst>
        <pc:docMk/>
      </pc:docMkLst>
      <pc:sldChg chg="ord">
        <pc:chgData name="deekshith golla" userId="126cf09c565d77bc" providerId="LiveId" clId="{D448F035-56BA-4702-B134-1BBABB493B1A}" dt="2026-03-27T16:56:10.035" v="1"/>
        <pc:sldMkLst>
          <pc:docMk/>
          <pc:sldMk cId="0" sldId="256"/>
        </pc:sldMkLst>
      </pc:sldChg>
      <pc:sldChg chg="ord">
        <pc:chgData name="deekshith golla" userId="126cf09c565d77bc" providerId="LiveId" clId="{D448F035-56BA-4702-B134-1BBABB493B1A}" dt="2026-03-27T16:56:10.035" v="1"/>
        <pc:sldMkLst>
          <pc:docMk/>
          <pc:sldMk cId="0" sldId="257"/>
        </pc:sldMkLst>
      </pc:sldChg>
      <pc:sldChg chg="ord">
        <pc:chgData name="deekshith golla" userId="126cf09c565d77bc" providerId="LiveId" clId="{D448F035-56BA-4702-B134-1BBABB493B1A}" dt="2026-03-27T16:56:10.035" v="1"/>
        <pc:sldMkLst>
          <pc:docMk/>
          <pc:sldMk cId="0" sldId="258"/>
        </pc:sldMkLst>
      </pc:sldChg>
      <pc:sldChg chg="ord">
        <pc:chgData name="deekshith golla" userId="126cf09c565d77bc" providerId="LiveId" clId="{D448F035-56BA-4702-B134-1BBABB493B1A}" dt="2026-03-27T16:56:10.035" v="1"/>
        <pc:sldMkLst>
          <pc:docMk/>
          <pc:sldMk cId="0" sldId="259"/>
        </pc:sldMkLst>
      </pc:sldChg>
      <pc:sldChg chg="ord">
        <pc:chgData name="deekshith golla" userId="126cf09c565d77bc" providerId="LiveId" clId="{D448F035-56BA-4702-B134-1BBABB493B1A}" dt="2026-03-27T16:56:10.035" v="1"/>
        <pc:sldMkLst>
          <pc:docMk/>
          <pc:sldMk cId="0" sldId="260"/>
        </pc:sldMkLst>
      </pc:sldChg>
      <pc:sldChg chg="ord">
        <pc:chgData name="deekshith golla" userId="126cf09c565d77bc" providerId="LiveId" clId="{D448F035-56BA-4702-B134-1BBABB493B1A}" dt="2026-03-27T16:56:10.035" v="1"/>
        <pc:sldMkLst>
          <pc:docMk/>
          <pc:sldMk cId="0" sldId="261"/>
        </pc:sldMkLst>
      </pc:sldChg>
      <pc:sldChg chg="ord">
        <pc:chgData name="deekshith golla" userId="126cf09c565d77bc" providerId="LiveId" clId="{D448F035-56BA-4702-B134-1BBABB493B1A}" dt="2026-03-27T16:56:10.035" v="1"/>
        <pc:sldMkLst>
          <pc:docMk/>
          <pc:sldMk cId="0" sldId="262"/>
        </pc:sldMkLst>
      </pc:sldChg>
      <pc:sldChg chg="ord">
        <pc:chgData name="deekshith golla" userId="126cf09c565d77bc" providerId="LiveId" clId="{D448F035-56BA-4702-B134-1BBABB493B1A}" dt="2026-03-27T16:56:10.035" v="1"/>
        <pc:sldMkLst>
          <pc:docMk/>
          <pc:sldMk cId="0" sldId="263"/>
        </pc:sldMkLst>
      </pc:sldChg>
      <pc:sldChg chg="ord">
        <pc:chgData name="deekshith golla" userId="126cf09c565d77bc" providerId="LiveId" clId="{D448F035-56BA-4702-B134-1BBABB493B1A}" dt="2026-03-27T16:56:10.035" v="1"/>
        <pc:sldMkLst>
          <pc:docMk/>
          <pc:sldMk cId="0" sldId="264"/>
        </pc:sldMkLst>
      </pc:sldChg>
      <pc:sldChg chg="ord">
        <pc:chgData name="deekshith golla" userId="126cf09c565d77bc" providerId="LiveId" clId="{D448F035-56BA-4702-B134-1BBABB493B1A}" dt="2026-03-27T16:56:10.035" v="1"/>
        <pc:sldMkLst>
          <pc:docMk/>
          <pc:sldMk cId="0" sldId="266"/>
        </pc:sldMkLst>
      </pc:sldChg>
      <pc:sldChg chg="ord">
        <pc:chgData name="deekshith golla" userId="126cf09c565d77bc" providerId="LiveId" clId="{D448F035-56BA-4702-B134-1BBABB493B1A}" dt="2026-03-27T16:56:10.035" v="1"/>
        <pc:sldMkLst>
          <pc:docMk/>
          <pc:sldMk cId="0" sldId="267"/>
        </pc:sldMkLst>
      </pc:sldChg>
      <pc:sldChg chg="ord">
        <pc:chgData name="deekshith golla" userId="126cf09c565d77bc" providerId="LiveId" clId="{D448F035-56BA-4702-B134-1BBABB493B1A}" dt="2026-03-27T16:56:10.035" v="1"/>
        <pc:sldMkLst>
          <pc:docMk/>
          <pc:sldMk cId="245034647" sldId="268"/>
        </pc:sldMkLst>
      </pc:sldChg>
      <pc:sldChg chg="ord">
        <pc:chgData name="deekshith golla" userId="126cf09c565d77bc" providerId="LiveId" clId="{D448F035-56BA-4702-B134-1BBABB493B1A}" dt="2026-03-27T16:56:10.035" v="1"/>
        <pc:sldMkLst>
          <pc:docMk/>
          <pc:sldMk cId="3214378612" sldId="269"/>
        </pc:sldMkLst>
      </pc:sldChg>
      <pc:sldChg chg="ord">
        <pc:chgData name="deekshith golla" userId="126cf09c565d77bc" providerId="LiveId" clId="{D448F035-56BA-4702-B134-1BBABB493B1A}" dt="2026-03-27T16:56:10.035" v="1"/>
        <pc:sldMkLst>
          <pc:docMk/>
          <pc:sldMk cId="1644117482" sldId="270"/>
        </pc:sldMkLst>
      </pc:sldChg>
      <pc:sldChg chg="ord">
        <pc:chgData name="deekshith golla" userId="126cf09c565d77bc" providerId="LiveId" clId="{D448F035-56BA-4702-B134-1BBABB493B1A}" dt="2026-03-27T16:56:10.035" v="1"/>
        <pc:sldMkLst>
          <pc:docMk/>
          <pc:sldMk cId="267360001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D28A6E3E-ABCB-60BA-A17A-6FCDCD03F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1:notes">
            <a:extLst>
              <a:ext uri="{FF2B5EF4-FFF2-40B4-BE49-F238E27FC236}">
                <a16:creationId xmlns:a16="http://schemas.microsoft.com/office/drawing/2014/main" id="{B17C59A3-69ED-E628-1C35-10F6A96EDE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1:notes">
            <a:extLst>
              <a:ext uri="{FF2B5EF4-FFF2-40B4-BE49-F238E27FC236}">
                <a16:creationId xmlns:a16="http://schemas.microsoft.com/office/drawing/2014/main" id="{D2FED4EB-3EAD-D519-542B-84A5657013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34466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B5AFB366-B5EB-9B6E-20DC-D69F3338C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1:notes">
            <a:extLst>
              <a:ext uri="{FF2B5EF4-FFF2-40B4-BE49-F238E27FC236}">
                <a16:creationId xmlns:a16="http://schemas.microsoft.com/office/drawing/2014/main" id="{E8FF0850-6FD3-F7E7-0283-D5883FD989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1:notes">
            <a:extLst>
              <a:ext uri="{FF2B5EF4-FFF2-40B4-BE49-F238E27FC236}">
                <a16:creationId xmlns:a16="http://schemas.microsoft.com/office/drawing/2014/main" id="{F9FE0A99-5F39-02DE-EF87-A46F46C5EB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138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9645AF5F-5B55-55EF-EA09-5C72374F5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1:notes">
            <a:extLst>
              <a:ext uri="{FF2B5EF4-FFF2-40B4-BE49-F238E27FC236}">
                <a16:creationId xmlns:a16="http://schemas.microsoft.com/office/drawing/2014/main" id="{C4F31341-F3EB-D4B2-601D-90EF22380F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1:notes">
            <a:extLst>
              <a:ext uri="{FF2B5EF4-FFF2-40B4-BE49-F238E27FC236}">
                <a16:creationId xmlns:a16="http://schemas.microsoft.com/office/drawing/2014/main" id="{DC7CB776-694A-C0C3-9140-B25CAA9C87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8604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37BC47A3-11E5-52EA-564A-3D8ACA076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1:notes">
            <a:extLst>
              <a:ext uri="{FF2B5EF4-FFF2-40B4-BE49-F238E27FC236}">
                <a16:creationId xmlns:a16="http://schemas.microsoft.com/office/drawing/2014/main" id="{605397BD-C1F3-4EFA-B03A-2F59313C40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1:notes">
            <a:extLst>
              <a:ext uri="{FF2B5EF4-FFF2-40B4-BE49-F238E27FC236}">
                <a16:creationId xmlns:a16="http://schemas.microsoft.com/office/drawing/2014/main" id="{080212FB-DA7A-F704-2FEF-71EDC6E80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3874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8247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08562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01439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69636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9145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7581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96256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82617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64945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9746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38405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14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 descr="Balls connected with crossed wires"/>
          <p:cNvPicPr preferRelativeResize="0"/>
          <p:nvPr/>
        </p:nvPicPr>
        <p:blipFill rotWithShape="1">
          <a:blip r:embed="rId3">
            <a:alphaModFix/>
          </a:blip>
          <a:srcRect t="-5"/>
          <a:stretch/>
        </p:blipFill>
        <p:spPr>
          <a:xfrm rot="5400000" flipH="1">
            <a:off x="909493" y="-914674"/>
            <a:ext cx="6858000" cy="868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Balls connected with crossed wires"/>
          <p:cNvPicPr preferRelativeResize="0"/>
          <p:nvPr/>
        </p:nvPicPr>
        <p:blipFill rotWithShape="1">
          <a:blip r:embed="rId4">
            <a:alphaModFix/>
          </a:blip>
          <a:srcRect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13"/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</p:grpSpPr>
        <p:sp>
          <p:nvSpPr>
            <p:cNvPr id="92" name="Google Shape;92;p13"/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3"/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3"/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3"/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3"/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3"/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3"/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3"/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3"/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3"/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3"/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3"/>
          <p:cNvGrpSpPr/>
          <p:nvPr/>
        </p:nvGrpSpPr>
        <p:grpSpPr>
          <a:xfrm>
            <a:off x="221065" y="377268"/>
            <a:ext cx="5459896" cy="1055074"/>
            <a:chOff x="0" y="272"/>
            <a:chExt cx="5039193" cy="973777"/>
          </a:xfrm>
        </p:grpSpPr>
        <p:sp>
          <p:nvSpPr>
            <p:cNvPr id="213" name="Google Shape;213;p13"/>
            <p:cNvSpPr/>
            <p:nvPr/>
          </p:nvSpPr>
          <p:spPr>
            <a:xfrm>
              <a:off x="0" y="272"/>
              <a:ext cx="5039193" cy="973777"/>
            </a:xfrm>
            <a:prstGeom prst="rect">
              <a:avLst/>
            </a:prstGeom>
            <a:solidFill>
              <a:srgbClr val="5E7F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4" name="Google Shape;214;p13"/>
            <p:cNvGrpSpPr/>
            <p:nvPr/>
          </p:nvGrpSpPr>
          <p:grpSpPr>
            <a:xfrm>
              <a:off x="296988" y="220550"/>
              <a:ext cx="4635471" cy="557985"/>
              <a:chOff x="8927295" y="6375844"/>
              <a:chExt cx="3157970" cy="380134"/>
            </a:xfrm>
          </p:grpSpPr>
          <p:grpSp>
            <p:nvGrpSpPr>
              <p:cNvPr id="215" name="Google Shape;215;p13"/>
              <p:cNvGrpSpPr/>
              <p:nvPr/>
            </p:nvGrpSpPr>
            <p:grpSpPr>
              <a:xfrm>
                <a:off x="8927295" y="6376710"/>
                <a:ext cx="1351683" cy="379268"/>
                <a:chOff x="5243641" y="3189385"/>
                <a:chExt cx="1351683" cy="379268"/>
              </a:xfrm>
            </p:grpSpPr>
            <p:sp>
              <p:nvSpPr>
                <p:cNvPr id="216" name="Google Shape;216;p13"/>
                <p:cNvSpPr/>
                <p:nvPr/>
              </p:nvSpPr>
              <p:spPr>
                <a:xfrm>
                  <a:off x="5243641" y="3194581"/>
                  <a:ext cx="186170" cy="36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170" h="368011" extrusionOk="0">
                      <a:moveTo>
                        <a:pt x="0" y="0"/>
                      </a:moveTo>
                      <a:lnTo>
                        <a:pt x="94384" y="0"/>
                      </a:lnTo>
                      <a:cubicBezTo>
                        <a:pt x="155864" y="0"/>
                        <a:pt x="186170" y="32039"/>
                        <a:pt x="186170" y="97848"/>
                      </a:cubicBezTo>
                      <a:lnTo>
                        <a:pt x="186170" y="120361"/>
                      </a:lnTo>
                      <a:cubicBezTo>
                        <a:pt x="186170" y="184439"/>
                        <a:pt x="161925" y="223405"/>
                        <a:pt x="91786" y="223405"/>
                      </a:cubicBezTo>
                      <a:lnTo>
                        <a:pt x="71005" y="223405"/>
                      </a:ln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close/>
                      <a:moveTo>
                        <a:pt x="71005" y="166255"/>
                      </a:moveTo>
                      <a:lnTo>
                        <a:pt x="82261" y="166255"/>
                      </a:lnTo>
                      <a:cubicBezTo>
                        <a:pt x="109104" y="166255"/>
                        <a:pt x="115166" y="151534"/>
                        <a:pt x="115166" y="120361"/>
                      </a:cubicBezTo>
                      <a:lnTo>
                        <a:pt x="115166" y="95250"/>
                      </a:lnTo>
                      <a:cubicBezTo>
                        <a:pt x="115166" y="71870"/>
                        <a:pt x="109970" y="56284"/>
                        <a:pt x="85725" y="56284"/>
                      </a:cubicBezTo>
                      <a:lnTo>
                        <a:pt x="71005" y="56284"/>
                      </a:lnTo>
                      <a:lnTo>
                        <a:pt x="71005" y="166255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13"/>
                <p:cNvSpPr/>
                <p:nvPr/>
              </p:nvSpPr>
              <p:spPr>
                <a:xfrm>
                  <a:off x="5460118" y="3195447"/>
                  <a:ext cx="185304" cy="3688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304" h="368877" extrusionOk="0">
                      <a:moveTo>
                        <a:pt x="71005" y="207818"/>
                      </a:move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lnTo>
                        <a:pt x="92652" y="0"/>
                      </a:lnTo>
                      <a:cubicBezTo>
                        <a:pt x="154132" y="0"/>
                        <a:pt x="185305" y="26843"/>
                        <a:pt x="185305" y="91786"/>
                      </a:cubicBezTo>
                      <a:lnTo>
                        <a:pt x="185305" y="104775"/>
                      </a:lnTo>
                      <a:cubicBezTo>
                        <a:pt x="185305" y="157596"/>
                        <a:pt x="164523" y="173182"/>
                        <a:pt x="148936" y="180109"/>
                      </a:cubicBezTo>
                      <a:cubicBezTo>
                        <a:pt x="171450" y="191366"/>
                        <a:pt x="182707" y="207818"/>
                        <a:pt x="182707" y="259773"/>
                      </a:cubicBezTo>
                      <a:cubicBezTo>
                        <a:pt x="182707" y="295275"/>
                        <a:pt x="181841" y="348961"/>
                        <a:pt x="185305" y="368877"/>
                      </a:cubicBezTo>
                      <a:lnTo>
                        <a:pt x="116898" y="368877"/>
                      </a:lnTo>
                      <a:cubicBezTo>
                        <a:pt x="112568" y="352425"/>
                        <a:pt x="112568" y="303934"/>
                        <a:pt x="112568" y="257175"/>
                      </a:cubicBezTo>
                      <a:cubicBezTo>
                        <a:pt x="112568" y="215611"/>
                        <a:pt x="108239" y="208684"/>
                        <a:pt x="80530" y="208684"/>
                      </a:cubicBezTo>
                      <a:lnTo>
                        <a:pt x="71005" y="208684"/>
                      </a:lnTo>
                      <a:close/>
                      <a:moveTo>
                        <a:pt x="71870" y="151534"/>
                      </a:moveTo>
                      <a:lnTo>
                        <a:pt x="80530" y="151534"/>
                      </a:lnTo>
                      <a:cubicBezTo>
                        <a:pt x="103909" y="151534"/>
                        <a:pt x="113434" y="143741"/>
                        <a:pt x="113434" y="109971"/>
                      </a:cubicBezTo>
                      <a:lnTo>
                        <a:pt x="113434" y="91786"/>
                      </a:lnTo>
                      <a:cubicBezTo>
                        <a:pt x="113434" y="66675"/>
                        <a:pt x="108239" y="54552"/>
                        <a:pt x="82261" y="54552"/>
                      </a:cubicBezTo>
                      <a:lnTo>
                        <a:pt x="71005" y="54552"/>
                      </a:lnTo>
                      <a:lnTo>
                        <a:pt x="71005" y="151534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13"/>
                <p:cNvSpPr/>
                <p:nvPr/>
              </p:nvSpPr>
              <p:spPr>
                <a:xfrm>
                  <a:off x="5676595" y="3189385"/>
                  <a:ext cx="191365" cy="379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365" h="379268" extrusionOk="0">
                      <a:moveTo>
                        <a:pt x="191366" y="103909"/>
                      </a:moveTo>
                      <a:lnTo>
                        <a:pt x="191366" y="274493"/>
                      </a:lnTo>
                      <a:cubicBezTo>
                        <a:pt x="191366" y="347230"/>
                        <a:pt x="156729" y="379268"/>
                        <a:pt x="92652" y="379268"/>
                      </a:cubicBezTo>
                      <a:cubicBezTo>
                        <a:pt x="31173" y="379268"/>
                        <a:pt x="0" y="347230"/>
                        <a:pt x="0" y="275359"/>
                      </a:cubicBezTo>
                      <a:lnTo>
                        <a:pt x="0" y="102177"/>
                      </a:lnTo>
                      <a:cubicBezTo>
                        <a:pt x="0" y="31173"/>
                        <a:pt x="38966" y="0"/>
                        <a:pt x="96116" y="0"/>
                      </a:cubicBezTo>
                      <a:cubicBezTo>
                        <a:pt x="153266" y="0"/>
                        <a:pt x="191366" y="30307"/>
                        <a:pt x="191366" y="103909"/>
                      </a:cubicBezTo>
                      <a:close/>
                      <a:moveTo>
                        <a:pt x="71870" y="96116"/>
                      </a:moveTo>
                      <a:lnTo>
                        <a:pt x="71870" y="284018"/>
                      </a:lnTo>
                      <a:cubicBezTo>
                        <a:pt x="71870" y="306532"/>
                        <a:pt x="79664" y="318655"/>
                        <a:pt x="95250" y="318655"/>
                      </a:cubicBezTo>
                      <a:cubicBezTo>
                        <a:pt x="111702" y="318655"/>
                        <a:pt x="119495" y="308264"/>
                        <a:pt x="119495" y="284018"/>
                      </a:cubicBezTo>
                      <a:lnTo>
                        <a:pt x="119495" y="95250"/>
                      </a:lnTo>
                      <a:cubicBezTo>
                        <a:pt x="119495" y="71870"/>
                        <a:pt x="113434" y="60614"/>
                        <a:pt x="95250" y="60614"/>
                      </a:cubicBezTo>
                      <a:cubicBezTo>
                        <a:pt x="80530" y="60614"/>
                        <a:pt x="71870" y="71005"/>
                        <a:pt x="71870" y="96116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13"/>
                <p:cNvSpPr/>
                <p:nvPr/>
              </p:nvSpPr>
              <p:spPr>
                <a:xfrm>
                  <a:off x="5884413" y="3194581"/>
                  <a:ext cx="110836" cy="373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836" h="373206" extrusionOk="0">
                      <a:moveTo>
                        <a:pt x="110836" y="277091"/>
                      </a:moveTo>
                      <a:cubicBezTo>
                        <a:pt x="110836" y="332509"/>
                        <a:pt x="103909" y="373207"/>
                        <a:pt x="32039" y="373207"/>
                      </a:cubicBezTo>
                      <a:cubicBezTo>
                        <a:pt x="21648" y="373207"/>
                        <a:pt x="7793" y="372341"/>
                        <a:pt x="0" y="370609"/>
                      </a:cubicBezTo>
                      <a:lnTo>
                        <a:pt x="0" y="311727"/>
                      </a:lnTo>
                      <a:cubicBezTo>
                        <a:pt x="3464" y="311727"/>
                        <a:pt x="9525" y="312593"/>
                        <a:pt x="15586" y="312593"/>
                      </a:cubicBezTo>
                      <a:cubicBezTo>
                        <a:pt x="33770" y="312593"/>
                        <a:pt x="38966" y="306532"/>
                        <a:pt x="38966" y="284884"/>
                      </a:cubicBezTo>
                      <a:lnTo>
                        <a:pt x="38966" y="0"/>
                      </a:lnTo>
                      <a:lnTo>
                        <a:pt x="109970" y="0"/>
                      </a:lnTo>
                      <a:lnTo>
                        <a:pt x="109970" y="27709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" name="Google Shape;220;p13"/>
                <p:cNvSpPr/>
                <p:nvPr/>
              </p:nvSpPr>
              <p:spPr>
                <a:xfrm>
                  <a:off x="6035081" y="3195447"/>
                  <a:ext cx="160193" cy="36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93" h="368011" extrusionOk="0">
                      <a:moveTo>
                        <a:pt x="147205" y="205221"/>
                      </a:moveTo>
                      <a:lnTo>
                        <a:pt x="71005" y="205221"/>
                      </a:lnTo>
                      <a:lnTo>
                        <a:pt x="71005" y="305666"/>
                      </a:lnTo>
                      <a:lnTo>
                        <a:pt x="160193" y="305666"/>
                      </a:lnTo>
                      <a:lnTo>
                        <a:pt x="151534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lnTo>
                        <a:pt x="150668" y="0"/>
                      </a:lnTo>
                      <a:lnTo>
                        <a:pt x="150668" y="62346"/>
                      </a:lnTo>
                      <a:lnTo>
                        <a:pt x="71005" y="62346"/>
                      </a:lnTo>
                      <a:lnTo>
                        <a:pt x="71005" y="142875"/>
                      </a:lnTo>
                      <a:lnTo>
                        <a:pt x="147205" y="142875"/>
                      </a:lnTo>
                      <a:lnTo>
                        <a:pt x="147205" y="20522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" name="Google Shape;221;p13"/>
                <p:cNvSpPr/>
                <p:nvPr/>
              </p:nvSpPr>
              <p:spPr>
                <a:xfrm>
                  <a:off x="6218654" y="3189385"/>
                  <a:ext cx="181840" cy="379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840" h="379268" extrusionOk="0">
                      <a:moveTo>
                        <a:pt x="181841" y="253711"/>
                      </a:moveTo>
                      <a:lnTo>
                        <a:pt x="181841" y="273627"/>
                      </a:lnTo>
                      <a:cubicBezTo>
                        <a:pt x="181841" y="320386"/>
                        <a:pt x="173182" y="379268"/>
                        <a:pt x="89189" y="379268"/>
                      </a:cubicBezTo>
                      <a:cubicBezTo>
                        <a:pt x="26843" y="379268"/>
                        <a:pt x="0" y="346364"/>
                        <a:pt x="0" y="277957"/>
                      </a:cubicBezTo>
                      <a:lnTo>
                        <a:pt x="0" y="97848"/>
                      </a:lnTo>
                      <a:cubicBezTo>
                        <a:pt x="0" y="33771"/>
                        <a:pt x="32039" y="0"/>
                        <a:pt x="90920" y="0"/>
                      </a:cubicBezTo>
                      <a:cubicBezTo>
                        <a:pt x="168852" y="0"/>
                        <a:pt x="180975" y="51089"/>
                        <a:pt x="180975" y="99580"/>
                      </a:cubicBezTo>
                      <a:lnTo>
                        <a:pt x="180975" y="122959"/>
                      </a:lnTo>
                      <a:lnTo>
                        <a:pt x="109971" y="122959"/>
                      </a:lnTo>
                      <a:lnTo>
                        <a:pt x="109971" y="91786"/>
                      </a:lnTo>
                      <a:cubicBezTo>
                        <a:pt x="109971" y="71870"/>
                        <a:pt x="105641" y="61480"/>
                        <a:pt x="90920" y="61480"/>
                      </a:cubicBezTo>
                      <a:cubicBezTo>
                        <a:pt x="76200" y="61480"/>
                        <a:pt x="71871" y="71005"/>
                        <a:pt x="71871" y="91786"/>
                      </a:cubicBezTo>
                      <a:lnTo>
                        <a:pt x="71871" y="286616"/>
                      </a:lnTo>
                      <a:cubicBezTo>
                        <a:pt x="71871" y="306532"/>
                        <a:pt x="75334" y="319521"/>
                        <a:pt x="90920" y="319521"/>
                      </a:cubicBezTo>
                      <a:cubicBezTo>
                        <a:pt x="106507" y="319521"/>
                        <a:pt x="110837" y="308264"/>
                        <a:pt x="110837" y="284884"/>
                      </a:cubicBezTo>
                      <a:lnTo>
                        <a:pt x="110837" y="253711"/>
                      </a:lnTo>
                      <a:lnTo>
                        <a:pt x="181841" y="25371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" name="Google Shape;222;p13"/>
                <p:cNvSpPr/>
                <p:nvPr/>
              </p:nvSpPr>
              <p:spPr>
                <a:xfrm>
                  <a:off x="6416947" y="3194581"/>
                  <a:ext cx="178377" cy="36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377" h="368011" extrusionOk="0">
                      <a:moveTo>
                        <a:pt x="53686" y="62345"/>
                      </a:moveTo>
                      <a:lnTo>
                        <a:pt x="0" y="62345"/>
                      </a:lnTo>
                      <a:lnTo>
                        <a:pt x="0" y="0"/>
                      </a:lnTo>
                      <a:lnTo>
                        <a:pt x="178377" y="0"/>
                      </a:lnTo>
                      <a:lnTo>
                        <a:pt x="178377" y="62345"/>
                      </a:lnTo>
                      <a:lnTo>
                        <a:pt x="124691" y="62345"/>
                      </a:lnTo>
                      <a:lnTo>
                        <a:pt x="124691" y="368011"/>
                      </a:lnTo>
                      <a:lnTo>
                        <a:pt x="53686" y="368011"/>
                      </a:lnTo>
                      <a:lnTo>
                        <a:pt x="53686" y="62345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3" name="Google Shape;223;p13"/>
              <p:cNvGrpSpPr/>
              <p:nvPr/>
            </p:nvGrpSpPr>
            <p:grpSpPr>
              <a:xfrm>
                <a:off x="10392413" y="6375844"/>
                <a:ext cx="1692852" cy="380134"/>
                <a:chOff x="6708759" y="3188519"/>
                <a:chExt cx="1692852" cy="380134"/>
              </a:xfrm>
            </p:grpSpPr>
            <p:sp>
              <p:nvSpPr>
                <p:cNvPr id="224" name="Google Shape;224;p13"/>
                <p:cNvSpPr/>
                <p:nvPr/>
              </p:nvSpPr>
              <p:spPr>
                <a:xfrm>
                  <a:off x="6708759" y="3194581"/>
                  <a:ext cx="186170" cy="36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170" h="368011" extrusionOk="0">
                      <a:moveTo>
                        <a:pt x="0" y="0"/>
                      </a:moveTo>
                      <a:lnTo>
                        <a:pt x="94384" y="0"/>
                      </a:lnTo>
                      <a:cubicBezTo>
                        <a:pt x="155864" y="0"/>
                        <a:pt x="186170" y="32039"/>
                        <a:pt x="186170" y="97848"/>
                      </a:cubicBezTo>
                      <a:lnTo>
                        <a:pt x="186170" y="120361"/>
                      </a:lnTo>
                      <a:cubicBezTo>
                        <a:pt x="186170" y="184439"/>
                        <a:pt x="161925" y="223405"/>
                        <a:pt x="91786" y="223405"/>
                      </a:cubicBezTo>
                      <a:lnTo>
                        <a:pt x="71005" y="223405"/>
                      </a:ln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close/>
                      <a:moveTo>
                        <a:pt x="71005" y="166255"/>
                      </a:moveTo>
                      <a:lnTo>
                        <a:pt x="82261" y="166255"/>
                      </a:lnTo>
                      <a:cubicBezTo>
                        <a:pt x="109105" y="166255"/>
                        <a:pt x="115166" y="151534"/>
                        <a:pt x="115166" y="120361"/>
                      </a:cubicBezTo>
                      <a:lnTo>
                        <a:pt x="115166" y="95250"/>
                      </a:lnTo>
                      <a:cubicBezTo>
                        <a:pt x="115166" y="71870"/>
                        <a:pt x="109971" y="56284"/>
                        <a:pt x="85725" y="56284"/>
                      </a:cubicBezTo>
                      <a:lnTo>
                        <a:pt x="71005" y="56284"/>
                      </a:lnTo>
                      <a:lnTo>
                        <a:pt x="71005" y="166255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" name="Google Shape;225;p13"/>
                <p:cNvSpPr/>
                <p:nvPr/>
              </p:nvSpPr>
              <p:spPr>
                <a:xfrm>
                  <a:off x="6925236" y="3195447"/>
                  <a:ext cx="184438" cy="3688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438" h="368877" extrusionOk="0">
                      <a:moveTo>
                        <a:pt x="71005" y="207818"/>
                      </a:move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lnTo>
                        <a:pt x="91786" y="0"/>
                      </a:lnTo>
                      <a:cubicBezTo>
                        <a:pt x="153266" y="0"/>
                        <a:pt x="184439" y="26843"/>
                        <a:pt x="184439" y="91786"/>
                      </a:cubicBezTo>
                      <a:lnTo>
                        <a:pt x="184439" y="104775"/>
                      </a:lnTo>
                      <a:cubicBezTo>
                        <a:pt x="184439" y="157596"/>
                        <a:pt x="163657" y="173182"/>
                        <a:pt x="148071" y="180109"/>
                      </a:cubicBezTo>
                      <a:cubicBezTo>
                        <a:pt x="170584" y="191366"/>
                        <a:pt x="181841" y="207818"/>
                        <a:pt x="181841" y="259773"/>
                      </a:cubicBezTo>
                      <a:cubicBezTo>
                        <a:pt x="181841" y="295275"/>
                        <a:pt x="180975" y="348961"/>
                        <a:pt x="184439" y="368877"/>
                      </a:cubicBezTo>
                      <a:lnTo>
                        <a:pt x="116032" y="368877"/>
                      </a:lnTo>
                      <a:cubicBezTo>
                        <a:pt x="111702" y="352425"/>
                        <a:pt x="111702" y="303934"/>
                        <a:pt x="111702" y="257175"/>
                      </a:cubicBezTo>
                      <a:cubicBezTo>
                        <a:pt x="111702" y="215611"/>
                        <a:pt x="107373" y="208684"/>
                        <a:pt x="79664" y="208684"/>
                      </a:cubicBezTo>
                      <a:lnTo>
                        <a:pt x="71005" y="208684"/>
                      </a:lnTo>
                      <a:close/>
                      <a:moveTo>
                        <a:pt x="71005" y="151534"/>
                      </a:moveTo>
                      <a:lnTo>
                        <a:pt x="79664" y="151534"/>
                      </a:lnTo>
                      <a:cubicBezTo>
                        <a:pt x="103043" y="151534"/>
                        <a:pt x="112568" y="143741"/>
                        <a:pt x="112568" y="109971"/>
                      </a:cubicBezTo>
                      <a:lnTo>
                        <a:pt x="112568" y="91786"/>
                      </a:lnTo>
                      <a:cubicBezTo>
                        <a:pt x="112568" y="66675"/>
                        <a:pt x="107373" y="54552"/>
                        <a:pt x="81395" y="54552"/>
                      </a:cubicBezTo>
                      <a:lnTo>
                        <a:pt x="70139" y="54552"/>
                      </a:lnTo>
                      <a:lnTo>
                        <a:pt x="70139" y="151534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" name="Google Shape;226;p13"/>
                <p:cNvSpPr/>
                <p:nvPr/>
              </p:nvSpPr>
              <p:spPr>
                <a:xfrm>
                  <a:off x="7141713" y="3189385"/>
                  <a:ext cx="191365" cy="379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365" h="379268" extrusionOk="0">
                      <a:moveTo>
                        <a:pt x="191366" y="103909"/>
                      </a:moveTo>
                      <a:lnTo>
                        <a:pt x="191366" y="274493"/>
                      </a:lnTo>
                      <a:cubicBezTo>
                        <a:pt x="191366" y="347230"/>
                        <a:pt x="156730" y="379268"/>
                        <a:pt x="92652" y="379268"/>
                      </a:cubicBezTo>
                      <a:cubicBezTo>
                        <a:pt x="31173" y="379268"/>
                        <a:pt x="0" y="347230"/>
                        <a:pt x="0" y="275359"/>
                      </a:cubicBezTo>
                      <a:lnTo>
                        <a:pt x="0" y="102177"/>
                      </a:lnTo>
                      <a:cubicBezTo>
                        <a:pt x="0" y="31173"/>
                        <a:pt x="38966" y="0"/>
                        <a:pt x="96116" y="0"/>
                      </a:cubicBezTo>
                      <a:cubicBezTo>
                        <a:pt x="153266" y="0"/>
                        <a:pt x="191366" y="30307"/>
                        <a:pt x="191366" y="103909"/>
                      </a:cubicBezTo>
                      <a:close/>
                      <a:moveTo>
                        <a:pt x="71870" y="96116"/>
                      </a:moveTo>
                      <a:lnTo>
                        <a:pt x="71870" y="284018"/>
                      </a:lnTo>
                      <a:cubicBezTo>
                        <a:pt x="71870" y="306532"/>
                        <a:pt x="79664" y="318655"/>
                        <a:pt x="95250" y="318655"/>
                      </a:cubicBezTo>
                      <a:cubicBezTo>
                        <a:pt x="111702" y="318655"/>
                        <a:pt x="119495" y="308264"/>
                        <a:pt x="119495" y="284018"/>
                      </a:cubicBezTo>
                      <a:lnTo>
                        <a:pt x="119495" y="95250"/>
                      </a:lnTo>
                      <a:cubicBezTo>
                        <a:pt x="119495" y="71870"/>
                        <a:pt x="113434" y="60614"/>
                        <a:pt x="95250" y="60614"/>
                      </a:cubicBezTo>
                      <a:cubicBezTo>
                        <a:pt x="79664" y="60614"/>
                        <a:pt x="71870" y="71005"/>
                        <a:pt x="71870" y="96116"/>
                      </a:cubicBez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7" name="Google Shape;227;p13"/>
                <p:cNvSpPr/>
                <p:nvPr/>
              </p:nvSpPr>
              <p:spPr>
                <a:xfrm>
                  <a:off x="7371179" y="3194581"/>
                  <a:ext cx="186170" cy="36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170" h="368011" extrusionOk="0">
                      <a:moveTo>
                        <a:pt x="0" y="0"/>
                      </a:moveTo>
                      <a:lnTo>
                        <a:pt x="94384" y="0"/>
                      </a:lnTo>
                      <a:cubicBezTo>
                        <a:pt x="155864" y="0"/>
                        <a:pt x="186170" y="32039"/>
                        <a:pt x="186170" y="97848"/>
                      </a:cubicBezTo>
                      <a:lnTo>
                        <a:pt x="186170" y="120361"/>
                      </a:lnTo>
                      <a:cubicBezTo>
                        <a:pt x="186170" y="184439"/>
                        <a:pt x="161925" y="223405"/>
                        <a:pt x="91786" y="223405"/>
                      </a:cubicBezTo>
                      <a:lnTo>
                        <a:pt x="71005" y="223405"/>
                      </a:ln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close/>
                      <a:moveTo>
                        <a:pt x="71005" y="166255"/>
                      </a:moveTo>
                      <a:lnTo>
                        <a:pt x="82261" y="166255"/>
                      </a:lnTo>
                      <a:cubicBezTo>
                        <a:pt x="109105" y="166255"/>
                        <a:pt x="115166" y="151534"/>
                        <a:pt x="115166" y="120361"/>
                      </a:cubicBezTo>
                      <a:lnTo>
                        <a:pt x="115166" y="95250"/>
                      </a:lnTo>
                      <a:cubicBezTo>
                        <a:pt x="115166" y="71870"/>
                        <a:pt x="109971" y="56284"/>
                        <a:pt x="85725" y="56284"/>
                      </a:cubicBezTo>
                      <a:lnTo>
                        <a:pt x="71005" y="56284"/>
                      </a:lnTo>
                      <a:lnTo>
                        <a:pt x="71005" y="166255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" name="Google Shape;228;p13"/>
                <p:cNvSpPr/>
                <p:nvPr/>
              </p:nvSpPr>
              <p:spPr>
                <a:xfrm>
                  <a:off x="7585059" y="3189385"/>
                  <a:ext cx="191365" cy="379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365" h="379268" extrusionOk="0">
                      <a:moveTo>
                        <a:pt x="191366" y="103909"/>
                      </a:moveTo>
                      <a:lnTo>
                        <a:pt x="191366" y="274493"/>
                      </a:lnTo>
                      <a:cubicBezTo>
                        <a:pt x="191366" y="347230"/>
                        <a:pt x="156729" y="379268"/>
                        <a:pt x="92652" y="379268"/>
                      </a:cubicBezTo>
                      <a:cubicBezTo>
                        <a:pt x="31173" y="379268"/>
                        <a:pt x="0" y="347230"/>
                        <a:pt x="0" y="275359"/>
                      </a:cubicBezTo>
                      <a:lnTo>
                        <a:pt x="0" y="102177"/>
                      </a:lnTo>
                      <a:cubicBezTo>
                        <a:pt x="0" y="31173"/>
                        <a:pt x="38966" y="0"/>
                        <a:pt x="96116" y="0"/>
                      </a:cubicBezTo>
                      <a:cubicBezTo>
                        <a:pt x="153266" y="0"/>
                        <a:pt x="191366" y="30307"/>
                        <a:pt x="191366" y="103909"/>
                      </a:cubicBezTo>
                      <a:close/>
                      <a:moveTo>
                        <a:pt x="71870" y="96116"/>
                      </a:moveTo>
                      <a:lnTo>
                        <a:pt x="71870" y="284018"/>
                      </a:lnTo>
                      <a:cubicBezTo>
                        <a:pt x="71870" y="306532"/>
                        <a:pt x="79663" y="318655"/>
                        <a:pt x="95250" y="318655"/>
                      </a:cubicBezTo>
                      <a:cubicBezTo>
                        <a:pt x="111702" y="318655"/>
                        <a:pt x="119495" y="308264"/>
                        <a:pt x="119495" y="284018"/>
                      </a:cubicBezTo>
                      <a:lnTo>
                        <a:pt x="119495" y="95250"/>
                      </a:lnTo>
                      <a:cubicBezTo>
                        <a:pt x="119495" y="71870"/>
                        <a:pt x="113434" y="60614"/>
                        <a:pt x="95250" y="60614"/>
                      </a:cubicBezTo>
                      <a:cubicBezTo>
                        <a:pt x="80529" y="60614"/>
                        <a:pt x="71870" y="71005"/>
                        <a:pt x="71870" y="96116"/>
                      </a:cubicBez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" name="Google Shape;229;p13"/>
                <p:cNvSpPr/>
                <p:nvPr/>
              </p:nvSpPr>
              <p:spPr>
                <a:xfrm>
                  <a:off x="7805866" y="3188519"/>
                  <a:ext cx="182706" cy="379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706" h="379268" extrusionOk="0">
                      <a:moveTo>
                        <a:pt x="68407" y="260639"/>
                      </a:moveTo>
                      <a:lnTo>
                        <a:pt x="68407" y="285750"/>
                      </a:lnTo>
                      <a:cubicBezTo>
                        <a:pt x="68407" y="309995"/>
                        <a:pt x="74468" y="321252"/>
                        <a:pt x="90920" y="321252"/>
                      </a:cubicBezTo>
                      <a:cubicBezTo>
                        <a:pt x="107373" y="321252"/>
                        <a:pt x="110836" y="304800"/>
                        <a:pt x="110836" y="287482"/>
                      </a:cubicBezTo>
                      <a:cubicBezTo>
                        <a:pt x="110836" y="252845"/>
                        <a:pt x="103909" y="242455"/>
                        <a:pt x="66675" y="211282"/>
                      </a:cubicBezTo>
                      <a:cubicBezTo>
                        <a:pt x="25111" y="175779"/>
                        <a:pt x="3464" y="154998"/>
                        <a:pt x="3464" y="101311"/>
                      </a:cubicBezTo>
                      <a:cubicBezTo>
                        <a:pt x="3464" y="48491"/>
                        <a:pt x="20782" y="0"/>
                        <a:pt x="90920" y="0"/>
                      </a:cubicBezTo>
                      <a:cubicBezTo>
                        <a:pt x="165388" y="0"/>
                        <a:pt x="175779" y="50223"/>
                        <a:pt x="175779" y="92652"/>
                      </a:cubicBezTo>
                      <a:lnTo>
                        <a:pt x="175779" y="113434"/>
                      </a:lnTo>
                      <a:lnTo>
                        <a:pt x="109104" y="113434"/>
                      </a:lnTo>
                      <a:lnTo>
                        <a:pt x="109104" y="91786"/>
                      </a:lnTo>
                      <a:cubicBezTo>
                        <a:pt x="109104" y="69273"/>
                        <a:pt x="105641" y="58016"/>
                        <a:pt x="91786" y="58016"/>
                      </a:cubicBezTo>
                      <a:cubicBezTo>
                        <a:pt x="78798" y="58016"/>
                        <a:pt x="74468" y="69273"/>
                        <a:pt x="74468" y="90054"/>
                      </a:cubicBezTo>
                      <a:cubicBezTo>
                        <a:pt x="74468" y="112568"/>
                        <a:pt x="78798" y="122959"/>
                        <a:pt x="109104" y="147205"/>
                      </a:cubicBezTo>
                      <a:cubicBezTo>
                        <a:pt x="163657" y="189634"/>
                        <a:pt x="182707" y="213880"/>
                        <a:pt x="182707" y="274493"/>
                      </a:cubicBezTo>
                      <a:cubicBezTo>
                        <a:pt x="182707" y="332509"/>
                        <a:pt x="162791" y="379268"/>
                        <a:pt x="90055" y="379268"/>
                      </a:cubicBezTo>
                      <a:cubicBezTo>
                        <a:pt x="19916" y="379268"/>
                        <a:pt x="0" y="336839"/>
                        <a:pt x="0" y="282286"/>
                      </a:cubicBezTo>
                      <a:lnTo>
                        <a:pt x="0" y="260639"/>
                      </a:lnTo>
                      <a:lnTo>
                        <a:pt x="68407" y="260639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" name="Google Shape;230;p13"/>
                <p:cNvSpPr/>
                <p:nvPr/>
              </p:nvSpPr>
              <p:spPr>
                <a:xfrm>
                  <a:off x="8006757" y="3194581"/>
                  <a:ext cx="211281" cy="36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81" h="368011" extrusionOk="0">
                      <a:moveTo>
                        <a:pt x="80530" y="280555"/>
                      </a:moveTo>
                      <a:lnTo>
                        <a:pt x="71871" y="368011"/>
                      </a:lnTo>
                      <a:lnTo>
                        <a:pt x="0" y="368011"/>
                      </a:lnTo>
                      <a:lnTo>
                        <a:pt x="51955" y="0"/>
                      </a:lnTo>
                      <a:lnTo>
                        <a:pt x="157596" y="0"/>
                      </a:lnTo>
                      <a:lnTo>
                        <a:pt x="211282" y="368011"/>
                      </a:lnTo>
                      <a:lnTo>
                        <a:pt x="137680" y="368011"/>
                      </a:lnTo>
                      <a:lnTo>
                        <a:pt x="127289" y="280555"/>
                      </a:lnTo>
                      <a:lnTo>
                        <a:pt x="80530" y="280555"/>
                      </a:lnTo>
                      <a:close/>
                      <a:moveTo>
                        <a:pt x="120361" y="218209"/>
                      </a:moveTo>
                      <a:cubicBezTo>
                        <a:pt x="115166" y="171450"/>
                        <a:pt x="107373" y="99580"/>
                        <a:pt x="103909" y="64077"/>
                      </a:cubicBezTo>
                      <a:lnTo>
                        <a:pt x="101311" y="64077"/>
                      </a:lnTo>
                      <a:cubicBezTo>
                        <a:pt x="100446" y="90054"/>
                        <a:pt x="90920" y="172316"/>
                        <a:pt x="86591" y="218209"/>
                      </a:cubicBezTo>
                      <a:lnTo>
                        <a:pt x="120361" y="218209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" name="Google Shape;231;p13"/>
                <p:cNvSpPr/>
                <p:nvPr/>
              </p:nvSpPr>
              <p:spPr>
                <a:xfrm>
                  <a:off x="8242284" y="3194581"/>
                  <a:ext cx="159327" cy="3688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27" h="368877" extrusionOk="0">
                      <a:moveTo>
                        <a:pt x="0" y="0"/>
                      </a:moveTo>
                      <a:lnTo>
                        <a:pt x="71004" y="0"/>
                      </a:lnTo>
                      <a:lnTo>
                        <a:pt x="71004" y="306532"/>
                      </a:lnTo>
                      <a:lnTo>
                        <a:pt x="159327" y="306532"/>
                      </a:lnTo>
                      <a:lnTo>
                        <a:pt x="153266" y="368877"/>
                      </a:lnTo>
                      <a:lnTo>
                        <a:pt x="0" y="36887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32" name="Google Shape;232;p13"/>
          <p:cNvSpPr/>
          <p:nvPr/>
        </p:nvSpPr>
        <p:spPr>
          <a:xfrm>
            <a:off x="814493" y="1531917"/>
            <a:ext cx="9284925" cy="973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Find My College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814493" y="4951340"/>
            <a:ext cx="65379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Computer Science and Engineering (Data Science)</a:t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814492" y="4215897"/>
            <a:ext cx="7098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3C636A"/>
                </a:solidFill>
                <a:latin typeface="Calibri"/>
                <a:ea typeface="Calibri"/>
                <a:cs typeface="Calibri"/>
                <a:sym typeface="Calibri"/>
              </a:rPr>
              <a:t>Guide Name [Dr K. Sai Madhuri]</a:t>
            </a:r>
            <a:br>
              <a:rPr lang="en-IN" sz="2400">
                <a:solidFill>
                  <a:srgbClr val="3C636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2400">
                <a:solidFill>
                  <a:srgbClr val="3C636A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sz="2400">
              <a:solidFill>
                <a:srgbClr val="3C63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685480" y="6229421"/>
            <a:ext cx="2836424" cy="564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Date: 28/03/2026</a:t>
            </a:r>
            <a:endParaRPr sz="2000" dirty="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 txBox="1"/>
          <p:nvPr/>
        </p:nvSpPr>
        <p:spPr>
          <a:xfrm>
            <a:off x="7212563" y="6160150"/>
            <a:ext cx="376378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Prepared</a:t>
            </a:r>
            <a:r>
              <a:rPr lang="en-I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by:  2026/Minor/A/02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4" descr="Balls connected with crossed wires"/>
          <p:cNvPicPr preferRelativeResize="0"/>
          <p:nvPr/>
        </p:nvPicPr>
        <p:blipFill rotWithShape="1">
          <a:blip r:embed="rId3">
            <a:alphaModFix/>
          </a:blip>
          <a:srcRect t="-5"/>
          <a:stretch/>
        </p:blipFill>
        <p:spPr>
          <a:xfrm rot="5400000" flipH="1">
            <a:off x="876920" y="-922678"/>
            <a:ext cx="6869307" cy="868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4" descr="Balls connected with crossed wires"/>
          <p:cNvPicPr preferRelativeResize="0"/>
          <p:nvPr/>
        </p:nvPicPr>
        <p:blipFill rotWithShape="1">
          <a:blip r:embed="rId4">
            <a:alphaModFix/>
          </a:blip>
          <a:srcRect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" name="Google Shape;245;p14"/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</p:grpSpPr>
        <p:sp>
          <p:nvSpPr>
            <p:cNvPr id="246" name="Google Shape;246;p14"/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4"/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4"/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4"/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4"/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4"/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4"/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4"/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/>
              <a:ahLst/>
              <a:cxnLst/>
              <a:rect l="l" t="t" r="r" b="b"/>
              <a:pathLst>
                <a:path w="187036" h="187036" extrusionOk="0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14"/>
          <p:cNvGrpSpPr/>
          <p:nvPr/>
        </p:nvGrpSpPr>
        <p:grpSpPr>
          <a:xfrm>
            <a:off x="8612390" y="6231014"/>
            <a:ext cx="3574157" cy="624362"/>
            <a:chOff x="8617842" y="6233640"/>
            <a:chExt cx="3574157" cy="624362"/>
          </a:xfrm>
        </p:grpSpPr>
        <p:sp>
          <p:nvSpPr>
            <p:cNvPr id="367" name="Google Shape;367;p14"/>
            <p:cNvSpPr/>
            <p:nvPr/>
          </p:nvSpPr>
          <p:spPr>
            <a:xfrm>
              <a:off x="8617842" y="6233640"/>
              <a:ext cx="3574157" cy="624362"/>
            </a:xfrm>
            <a:prstGeom prst="rect">
              <a:avLst/>
            </a:prstGeom>
            <a:solidFill>
              <a:srgbClr val="3C636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8" name="Google Shape;368;p14"/>
            <p:cNvGrpSpPr/>
            <p:nvPr/>
          </p:nvGrpSpPr>
          <p:grpSpPr>
            <a:xfrm>
              <a:off x="8797456" y="6360215"/>
              <a:ext cx="3287809" cy="395763"/>
              <a:chOff x="8927295" y="6375844"/>
              <a:chExt cx="3157970" cy="380134"/>
            </a:xfrm>
          </p:grpSpPr>
          <p:grpSp>
            <p:nvGrpSpPr>
              <p:cNvPr id="369" name="Google Shape;369;p14"/>
              <p:cNvGrpSpPr/>
              <p:nvPr/>
            </p:nvGrpSpPr>
            <p:grpSpPr>
              <a:xfrm>
                <a:off x="8927295" y="6376710"/>
                <a:ext cx="1351683" cy="379268"/>
                <a:chOff x="5243641" y="3189385"/>
                <a:chExt cx="1351683" cy="379268"/>
              </a:xfrm>
            </p:grpSpPr>
            <p:sp>
              <p:nvSpPr>
                <p:cNvPr id="370" name="Google Shape;370;p14"/>
                <p:cNvSpPr/>
                <p:nvPr/>
              </p:nvSpPr>
              <p:spPr>
                <a:xfrm>
                  <a:off x="5243641" y="3194581"/>
                  <a:ext cx="186170" cy="36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170" h="368011" extrusionOk="0">
                      <a:moveTo>
                        <a:pt x="0" y="0"/>
                      </a:moveTo>
                      <a:lnTo>
                        <a:pt x="94384" y="0"/>
                      </a:lnTo>
                      <a:cubicBezTo>
                        <a:pt x="155864" y="0"/>
                        <a:pt x="186170" y="32039"/>
                        <a:pt x="186170" y="97848"/>
                      </a:cubicBezTo>
                      <a:lnTo>
                        <a:pt x="186170" y="120361"/>
                      </a:lnTo>
                      <a:cubicBezTo>
                        <a:pt x="186170" y="184439"/>
                        <a:pt x="161925" y="223405"/>
                        <a:pt x="91786" y="223405"/>
                      </a:cubicBezTo>
                      <a:lnTo>
                        <a:pt x="71005" y="223405"/>
                      </a:ln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close/>
                      <a:moveTo>
                        <a:pt x="71005" y="166255"/>
                      </a:moveTo>
                      <a:lnTo>
                        <a:pt x="82261" y="166255"/>
                      </a:lnTo>
                      <a:cubicBezTo>
                        <a:pt x="109104" y="166255"/>
                        <a:pt x="115166" y="151534"/>
                        <a:pt x="115166" y="120361"/>
                      </a:cubicBezTo>
                      <a:lnTo>
                        <a:pt x="115166" y="95250"/>
                      </a:lnTo>
                      <a:cubicBezTo>
                        <a:pt x="115166" y="71870"/>
                        <a:pt x="109970" y="56284"/>
                        <a:pt x="85725" y="56284"/>
                      </a:cubicBezTo>
                      <a:lnTo>
                        <a:pt x="71005" y="56284"/>
                      </a:lnTo>
                      <a:lnTo>
                        <a:pt x="71005" y="166255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" name="Google Shape;371;p14"/>
                <p:cNvSpPr/>
                <p:nvPr/>
              </p:nvSpPr>
              <p:spPr>
                <a:xfrm>
                  <a:off x="5460118" y="3195447"/>
                  <a:ext cx="185304" cy="3688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304" h="368877" extrusionOk="0">
                      <a:moveTo>
                        <a:pt x="71005" y="207818"/>
                      </a:move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lnTo>
                        <a:pt x="92652" y="0"/>
                      </a:lnTo>
                      <a:cubicBezTo>
                        <a:pt x="154132" y="0"/>
                        <a:pt x="185305" y="26843"/>
                        <a:pt x="185305" y="91786"/>
                      </a:cubicBezTo>
                      <a:lnTo>
                        <a:pt x="185305" y="104775"/>
                      </a:lnTo>
                      <a:cubicBezTo>
                        <a:pt x="185305" y="157596"/>
                        <a:pt x="164523" y="173182"/>
                        <a:pt x="148936" y="180109"/>
                      </a:cubicBezTo>
                      <a:cubicBezTo>
                        <a:pt x="171450" y="191366"/>
                        <a:pt x="182707" y="207818"/>
                        <a:pt x="182707" y="259773"/>
                      </a:cubicBezTo>
                      <a:cubicBezTo>
                        <a:pt x="182707" y="295275"/>
                        <a:pt x="181841" y="348961"/>
                        <a:pt x="185305" y="368877"/>
                      </a:cubicBezTo>
                      <a:lnTo>
                        <a:pt x="116898" y="368877"/>
                      </a:lnTo>
                      <a:cubicBezTo>
                        <a:pt x="112568" y="352425"/>
                        <a:pt x="112568" y="303934"/>
                        <a:pt x="112568" y="257175"/>
                      </a:cubicBezTo>
                      <a:cubicBezTo>
                        <a:pt x="112568" y="215611"/>
                        <a:pt x="108239" y="208684"/>
                        <a:pt x="80530" y="208684"/>
                      </a:cubicBezTo>
                      <a:lnTo>
                        <a:pt x="71005" y="208684"/>
                      </a:lnTo>
                      <a:close/>
                      <a:moveTo>
                        <a:pt x="71870" y="151534"/>
                      </a:moveTo>
                      <a:lnTo>
                        <a:pt x="80530" y="151534"/>
                      </a:lnTo>
                      <a:cubicBezTo>
                        <a:pt x="103909" y="151534"/>
                        <a:pt x="113434" y="143741"/>
                        <a:pt x="113434" y="109971"/>
                      </a:cubicBezTo>
                      <a:lnTo>
                        <a:pt x="113434" y="91786"/>
                      </a:lnTo>
                      <a:cubicBezTo>
                        <a:pt x="113434" y="66675"/>
                        <a:pt x="108239" y="54552"/>
                        <a:pt x="82261" y="54552"/>
                      </a:cubicBezTo>
                      <a:lnTo>
                        <a:pt x="71005" y="54552"/>
                      </a:lnTo>
                      <a:lnTo>
                        <a:pt x="71005" y="151534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" name="Google Shape;372;p14"/>
                <p:cNvSpPr/>
                <p:nvPr/>
              </p:nvSpPr>
              <p:spPr>
                <a:xfrm>
                  <a:off x="5676595" y="3189385"/>
                  <a:ext cx="191365" cy="379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365" h="379268" extrusionOk="0">
                      <a:moveTo>
                        <a:pt x="191366" y="103909"/>
                      </a:moveTo>
                      <a:lnTo>
                        <a:pt x="191366" y="274493"/>
                      </a:lnTo>
                      <a:cubicBezTo>
                        <a:pt x="191366" y="347230"/>
                        <a:pt x="156729" y="379268"/>
                        <a:pt x="92652" y="379268"/>
                      </a:cubicBezTo>
                      <a:cubicBezTo>
                        <a:pt x="31173" y="379268"/>
                        <a:pt x="0" y="347230"/>
                        <a:pt x="0" y="275359"/>
                      </a:cubicBezTo>
                      <a:lnTo>
                        <a:pt x="0" y="102177"/>
                      </a:lnTo>
                      <a:cubicBezTo>
                        <a:pt x="0" y="31173"/>
                        <a:pt x="38966" y="0"/>
                        <a:pt x="96116" y="0"/>
                      </a:cubicBezTo>
                      <a:cubicBezTo>
                        <a:pt x="153266" y="0"/>
                        <a:pt x="191366" y="30307"/>
                        <a:pt x="191366" y="103909"/>
                      </a:cubicBezTo>
                      <a:close/>
                      <a:moveTo>
                        <a:pt x="71870" y="96116"/>
                      </a:moveTo>
                      <a:lnTo>
                        <a:pt x="71870" y="284018"/>
                      </a:lnTo>
                      <a:cubicBezTo>
                        <a:pt x="71870" y="306532"/>
                        <a:pt x="79664" y="318655"/>
                        <a:pt x="95250" y="318655"/>
                      </a:cubicBezTo>
                      <a:cubicBezTo>
                        <a:pt x="111702" y="318655"/>
                        <a:pt x="119495" y="308264"/>
                        <a:pt x="119495" y="284018"/>
                      </a:cubicBezTo>
                      <a:lnTo>
                        <a:pt x="119495" y="95250"/>
                      </a:lnTo>
                      <a:cubicBezTo>
                        <a:pt x="119495" y="71870"/>
                        <a:pt x="113434" y="60614"/>
                        <a:pt x="95250" y="60614"/>
                      </a:cubicBezTo>
                      <a:cubicBezTo>
                        <a:pt x="80530" y="60614"/>
                        <a:pt x="71870" y="71005"/>
                        <a:pt x="71870" y="96116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" name="Google Shape;373;p14"/>
                <p:cNvSpPr/>
                <p:nvPr/>
              </p:nvSpPr>
              <p:spPr>
                <a:xfrm>
                  <a:off x="5884413" y="3194581"/>
                  <a:ext cx="110836" cy="373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836" h="373206" extrusionOk="0">
                      <a:moveTo>
                        <a:pt x="110836" y="277091"/>
                      </a:moveTo>
                      <a:cubicBezTo>
                        <a:pt x="110836" y="332509"/>
                        <a:pt x="103909" y="373207"/>
                        <a:pt x="32039" y="373207"/>
                      </a:cubicBezTo>
                      <a:cubicBezTo>
                        <a:pt x="21648" y="373207"/>
                        <a:pt x="7793" y="372341"/>
                        <a:pt x="0" y="370609"/>
                      </a:cubicBezTo>
                      <a:lnTo>
                        <a:pt x="0" y="311727"/>
                      </a:lnTo>
                      <a:cubicBezTo>
                        <a:pt x="3464" y="311727"/>
                        <a:pt x="9525" y="312593"/>
                        <a:pt x="15586" y="312593"/>
                      </a:cubicBezTo>
                      <a:cubicBezTo>
                        <a:pt x="33770" y="312593"/>
                        <a:pt x="38966" y="306532"/>
                        <a:pt x="38966" y="284884"/>
                      </a:cubicBezTo>
                      <a:lnTo>
                        <a:pt x="38966" y="0"/>
                      </a:lnTo>
                      <a:lnTo>
                        <a:pt x="109970" y="0"/>
                      </a:lnTo>
                      <a:lnTo>
                        <a:pt x="109970" y="27709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" name="Google Shape;374;p14"/>
                <p:cNvSpPr/>
                <p:nvPr/>
              </p:nvSpPr>
              <p:spPr>
                <a:xfrm>
                  <a:off x="6035081" y="3195447"/>
                  <a:ext cx="160193" cy="36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93" h="368011" extrusionOk="0">
                      <a:moveTo>
                        <a:pt x="147205" y="205221"/>
                      </a:moveTo>
                      <a:lnTo>
                        <a:pt x="71005" y="205221"/>
                      </a:lnTo>
                      <a:lnTo>
                        <a:pt x="71005" y="305666"/>
                      </a:lnTo>
                      <a:lnTo>
                        <a:pt x="160193" y="305666"/>
                      </a:lnTo>
                      <a:lnTo>
                        <a:pt x="151534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lnTo>
                        <a:pt x="150668" y="0"/>
                      </a:lnTo>
                      <a:lnTo>
                        <a:pt x="150668" y="62346"/>
                      </a:lnTo>
                      <a:lnTo>
                        <a:pt x="71005" y="62346"/>
                      </a:lnTo>
                      <a:lnTo>
                        <a:pt x="71005" y="142875"/>
                      </a:lnTo>
                      <a:lnTo>
                        <a:pt x="147205" y="142875"/>
                      </a:lnTo>
                      <a:lnTo>
                        <a:pt x="147205" y="20522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" name="Google Shape;375;p14"/>
                <p:cNvSpPr/>
                <p:nvPr/>
              </p:nvSpPr>
              <p:spPr>
                <a:xfrm>
                  <a:off x="6218654" y="3189385"/>
                  <a:ext cx="181840" cy="379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840" h="379268" extrusionOk="0">
                      <a:moveTo>
                        <a:pt x="181841" y="253711"/>
                      </a:moveTo>
                      <a:lnTo>
                        <a:pt x="181841" y="273627"/>
                      </a:lnTo>
                      <a:cubicBezTo>
                        <a:pt x="181841" y="320386"/>
                        <a:pt x="173182" y="379268"/>
                        <a:pt x="89189" y="379268"/>
                      </a:cubicBezTo>
                      <a:cubicBezTo>
                        <a:pt x="26843" y="379268"/>
                        <a:pt x="0" y="346364"/>
                        <a:pt x="0" y="277957"/>
                      </a:cubicBezTo>
                      <a:lnTo>
                        <a:pt x="0" y="97848"/>
                      </a:lnTo>
                      <a:cubicBezTo>
                        <a:pt x="0" y="33771"/>
                        <a:pt x="32039" y="0"/>
                        <a:pt x="90920" y="0"/>
                      </a:cubicBezTo>
                      <a:cubicBezTo>
                        <a:pt x="168852" y="0"/>
                        <a:pt x="180975" y="51089"/>
                        <a:pt x="180975" y="99580"/>
                      </a:cubicBezTo>
                      <a:lnTo>
                        <a:pt x="180975" y="122959"/>
                      </a:lnTo>
                      <a:lnTo>
                        <a:pt x="109971" y="122959"/>
                      </a:lnTo>
                      <a:lnTo>
                        <a:pt x="109971" y="91786"/>
                      </a:lnTo>
                      <a:cubicBezTo>
                        <a:pt x="109971" y="71870"/>
                        <a:pt x="105641" y="61480"/>
                        <a:pt x="90920" y="61480"/>
                      </a:cubicBezTo>
                      <a:cubicBezTo>
                        <a:pt x="76200" y="61480"/>
                        <a:pt x="71871" y="71005"/>
                        <a:pt x="71871" y="91786"/>
                      </a:cubicBezTo>
                      <a:lnTo>
                        <a:pt x="71871" y="286616"/>
                      </a:lnTo>
                      <a:cubicBezTo>
                        <a:pt x="71871" y="306532"/>
                        <a:pt x="75334" y="319521"/>
                        <a:pt x="90920" y="319521"/>
                      </a:cubicBezTo>
                      <a:cubicBezTo>
                        <a:pt x="106507" y="319521"/>
                        <a:pt x="110837" y="308264"/>
                        <a:pt x="110837" y="284884"/>
                      </a:cubicBezTo>
                      <a:lnTo>
                        <a:pt x="110837" y="253711"/>
                      </a:lnTo>
                      <a:lnTo>
                        <a:pt x="181841" y="25371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" name="Google Shape;376;p14"/>
                <p:cNvSpPr/>
                <p:nvPr/>
              </p:nvSpPr>
              <p:spPr>
                <a:xfrm>
                  <a:off x="6416947" y="3194581"/>
                  <a:ext cx="178377" cy="36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377" h="368011" extrusionOk="0">
                      <a:moveTo>
                        <a:pt x="53686" y="62345"/>
                      </a:moveTo>
                      <a:lnTo>
                        <a:pt x="0" y="62345"/>
                      </a:lnTo>
                      <a:lnTo>
                        <a:pt x="0" y="0"/>
                      </a:lnTo>
                      <a:lnTo>
                        <a:pt x="178377" y="0"/>
                      </a:lnTo>
                      <a:lnTo>
                        <a:pt x="178377" y="62345"/>
                      </a:lnTo>
                      <a:lnTo>
                        <a:pt x="124691" y="62345"/>
                      </a:lnTo>
                      <a:lnTo>
                        <a:pt x="124691" y="368011"/>
                      </a:lnTo>
                      <a:lnTo>
                        <a:pt x="53686" y="368011"/>
                      </a:lnTo>
                      <a:lnTo>
                        <a:pt x="53686" y="62345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77" name="Google Shape;377;p14"/>
              <p:cNvGrpSpPr/>
              <p:nvPr/>
            </p:nvGrpSpPr>
            <p:grpSpPr>
              <a:xfrm>
                <a:off x="10392413" y="6375844"/>
                <a:ext cx="1692852" cy="380134"/>
                <a:chOff x="6708759" y="3188519"/>
                <a:chExt cx="1692852" cy="380134"/>
              </a:xfrm>
            </p:grpSpPr>
            <p:sp>
              <p:nvSpPr>
                <p:cNvPr id="378" name="Google Shape;378;p14"/>
                <p:cNvSpPr/>
                <p:nvPr/>
              </p:nvSpPr>
              <p:spPr>
                <a:xfrm>
                  <a:off x="6708759" y="3194581"/>
                  <a:ext cx="186170" cy="36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170" h="368011" extrusionOk="0">
                      <a:moveTo>
                        <a:pt x="0" y="0"/>
                      </a:moveTo>
                      <a:lnTo>
                        <a:pt x="94384" y="0"/>
                      </a:lnTo>
                      <a:cubicBezTo>
                        <a:pt x="155864" y="0"/>
                        <a:pt x="186170" y="32039"/>
                        <a:pt x="186170" y="97848"/>
                      </a:cubicBezTo>
                      <a:lnTo>
                        <a:pt x="186170" y="120361"/>
                      </a:lnTo>
                      <a:cubicBezTo>
                        <a:pt x="186170" y="184439"/>
                        <a:pt x="161925" y="223405"/>
                        <a:pt x="91786" y="223405"/>
                      </a:cubicBezTo>
                      <a:lnTo>
                        <a:pt x="71005" y="223405"/>
                      </a:ln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close/>
                      <a:moveTo>
                        <a:pt x="71005" y="166255"/>
                      </a:moveTo>
                      <a:lnTo>
                        <a:pt x="82261" y="166255"/>
                      </a:lnTo>
                      <a:cubicBezTo>
                        <a:pt x="109105" y="166255"/>
                        <a:pt x="115166" y="151534"/>
                        <a:pt x="115166" y="120361"/>
                      </a:cubicBezTo>
                      <a:lnTo>
                        <a:pt x="115166" y="95250"/>
                      </a:lnTo>
                      <a:cubicBezTo>
                        <a:pt x="115166" y="71870"/>
                        <a:pt x="109971" y="56284"/>
                        <a:pt x="85725" y="56284"/>
                      </a:cubicBezTo>
                      <a:lnTo>
                        <a:pt x="71005" y="56284"/>
                      </a:lnTo>
                      <a:lnTo>
                        <a:pt x="71005" y="166255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" name="Google Shape;379;p14"/>
                <p:cNvSpPr/>
                <p:nvPr/>
              </p:nvSpPr>
              <p:spPr>
                <a:xfrm>
                  <a:off x="6925236" y="3195447"/>
                  <a:ext cx="184438" cy="3688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438" h="368877" extrusionOk="0">
                      <a:moveTo>
                        <a:pt x="71005" y="207818"/>
                      </a:move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lnTo>
                        <a:pt x="91786" y="0"/>
                      </a:lnTo>
                      <a:cubicBezTo>
                        <a:pt x="153266" y="0"/>
                        <a:pt x="184439" y="26843"/>
                        <a:pt x="184439" y="91786"/>
                      </a:cubicBezTo>
                      <a:lnTo>
                        <a:pt x="184439" y="104775"/>
                      </a:lnTo>
                      <a:cubicBezTo>
                        <a:pt x="184439" y="157596"/>
                        <a:pt x="163657" y="173182"/>
                        <a:pt x="148071" y="180109"/>
                      </a:cubicBezTo>
                      <a:cubicBezTo>
                        <a:pt x="170584" y="191366"/>
                        <a:pt x="181841" y="207818"/>
                        <a:pt x="181841" y="259773"/>
                      </a:cubicBezTo>
                      <a:cubicBezTo>
                        <a:pt x="181841" y="295275"/>
                        <a:pt x="180975" y="348961"/>
                        <a:pt x="184439" y="368877"/>
                      </a:cubicBezTo>
                      <a:lnTo>
                        <a:pt x="116032" y="368877"/>
                      </a:lnTo>
                      <a:cubicBezTo>
                        <a:pt x="111702" y="352425"/>
                        <a:pt x="111702" y="303934"/>
                        <a:pt x="111702" y="257175"/>
                      </a:cubicBezTo>
                      <a:cubicBezTo>
                        <a:pt x="111702" y="215611"/>
                        <a:pt x="107373" y="208684"/>
                        <a:pt x="79664" y="208684"/>
                      </a:cubicBezTo>
                      <a:lnTo>
                        <a:pt x="71005" y="208684"/>
                      </a:lnTo>
                      <a:close/>
                      <a:moveTo>
                        <a:pt x="71005" y="151534"/>
                      </a:moveTo>
                      <a:lnTo>
                        <a:pt x="79664" y="151534"/>
                      </a:lnTo>
                      <a:cubicBezTo>
                        <a:pt x="103043" y="151534"/>
                        <a:pt x="112568" y="143741"/>
                        <a:pt x="112568" y="109971"/>
                      </a:cubicBezTo>
                      <a:lnTo>
                        <a:pt x="112568" y="91786"/>
                      </a:lnTo>
                      <a:cubicBezTo>
                        <a:pt x="112568" y="66675"/>
                        <a:pt x="107373" y="54552"/>
                        <a:pt x="81395" y="54552"/>
                      </a:cubicBezTo>
                      <a:lnTo>
                        <a:pt x="70139" y="54552"/>
                      </a:lnTo>
                      <a:lnTo>
                        <a:pt x="70139" y="151534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0" name="Google Shape;380;p14"/>
                <p:cNvSpPr/>
                <p:nvPr/>
              </p:nvSpPr>
              <p:spPr>
                <a:xfrm>
                  <a:off x="7141713" y="3189385"/>
                  <a:ext cx="191365" cy="379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365" h="379268" extrusionOk="0">
                      <a:moveTo>
                        <a:pt x="191366" y="103909"/>
                      </a:moveTo>
                      <a:lnTo>
                        <a:pt x="191366" y="274493"/>
                      </a:lnTo>
                      <a:cubicBezTo>
                        <a:pt x="191366" y="347230"/>
                        <a:pt x="156730" y="379268"/>
                        <a:pt x="92652" y="379268"/>
                      </a:cubicBezTo>
                      <a:cubicBezTo>
                        <a:pt x="31173" y="379268"/>
                        <a:pt x="0" y="347230"/>
                        <a:pt x="0" y="275359"/>
                      </a:cubicBezTo>
                      <a:lnTo>
                        <a:pt x="0" y="102177"/>
                      </a:lnTo>
                      <a:cubicBezTo>
                        <a:pt x="0" y="31173"/>
                        <a:pt x="38966" y="0"/>
                        <a:pt x="96116" y="0"/>
                      </a:cubicBezTo>
                      <a:cubicBezTo>
                        <a:pt x="153266" y="0"/>
                        <a:pt x="191366" y="30307"/>
                        <a:pt x="191366" y="103909"/>
                      </a:cubicBezTo>
                      <a:close/>
                      <a:moveTo>
                        <a:pt x="71870" y="96116"/>
                      </a:moveTo>
                      <a:lnTo>
                        <a:pt x="71870" y="284018"/>
                      </a:lnTo>
                      <a:cubicBezTo>
                        <a:pt x="71870" y="306532"/>
                        <a:pt x="79664" y="318655"/>
                        <a:pt x="95250" y="318655"/>
                      </a:cubicBezTo>
                      <a:cubicBezTo>
                        <a:pt x="111702" y="318655"/>
                        <a:pt x="119495" y="308264"/>
                        <a:pt x="119495" y="284018"/>
                      </a:cubicBezTo>
                      <a:lnTo>
                        <a:pt x="119495" y="95250"/>
                      </a:lnTo>
                      <a:cubicBezTo>
                        <a:pt x="119495" y="71870"/>
                        <a:pt x="113434" y="60614"/>
                        <a:pt x="95250" y="60614"/>
                      </a:cubicBezTo>
                      <a:cubicBezTo>
                        <a:pt x="79664" y="60614"/>
                        <a:pt x="71870" y="71005"/>
                        <a:pt x="71870" y="96116"/>
                      </a:cubicBez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" name="Google Shape;381;p14"/>
                <p:cNvSpPr/>
                <p:nvPr/>
              </p:nvSpPr>
              <p:spPr>
                <a:xfrm>
                  <a:off x="7371179" y="3194581"/>
                  <a:ext cx="186170" cy="36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170" h="368011" extrusionOk="0">
                      <a:moveTo>
                        <a:pt x="0" y="0"/>
                      </a:moveTo>
                      <a:lnTo>
                        <a:pt x="94384" y="0"/>
                      </a:lnTo>
                      <a:cubicBezTo>
                        <a:pt x="155864" y="0"/>
                        <a:pt x="186170" y="32039"/>
                        <a:pt x="186170" y="97848"/>
                      </a:cubicBezTo>
                      <a:lnTo>
                        <a:pt x="186170" y="120361"/>
                      </a:lnTo>
                      <a:cubicBezTo>
                        <a:pt x="186170" y="184439"/>
                        <a:pt x="161925" y="223405"/>
                        <a:pt x="91786" y="223405"/>
                      </a:cubicBezTo>
                      <a:lnTo>
                        <a:pt x="71005" y="223405"/>
                      </a:ln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close/>
                      <a:moveTo>
                        <a:pt x="71005" y="166255"/>
                      </a:moveTo>
                      <a:lnTo>
                        <a:pt x="82261" y="166255"/>
                      </a:lnTo>
                      <a:cubicBezTo>
                        <a:pt x="109105" y="166255"/>
                        <a:pt x="115166" y="151534"/>
                        <a:pt x="115166" y="120361"/>
                      </a:cubicBezTo>
                      <a:lnTo>
                        <a:pt x="115166" y="95250"/>
                      </a:lnTo>
                      <a:cubicBezTo>
                        <a:pt x="115166" y="71870"/>
                        <a:pt x="109971" y="56284"/>
                        <a:pt x="85725" y="56284"/>
                      </a:cubicBezTo>
                      <a:lnTo>
                        <a:pt x="71005" y="56284"/>
                      </a:lnTo>
                      <a:lnTo>
                        <a:pt x="71005" y="166255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" name="Google Shape;382;p14"/>
                <p:cNvSpPr/>
                <p:nvPr/>
              </p:nvSpPr>
              <p:spPr>
                <a:xfrm>
                  <a:off x="7585059" y="3189385"/>
                  <a:ext cx="191365" cy="379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365" h="379268" extrusionOk="0">
                      <a:moveTo>
                        <a:pt x="191366" y="103909"/>
                      </a:moveTo>
                      <a:lnTo>
                        <a:pt x="191366" y="274493"/>
                      </a:lnTo>
                      <a:cubicBezTo>
                        <a:pt x="191366" y="347230"/>
                        <a:pt x="156729" y="379268"/>
                        <a:pt x="92652" y="379268"/>
                      </a:cubicBezTo>
                      <a:cubicBezTo>
                        <a:pt x="31173" y="379268"/>
                        <a:pt x="0" y="347230"/>
                        <a:pt x="0" y="275359"/>
                      </a:cubicBezTo>
                      <a:lnTo>
                        <a:pt x="0" y="102177"/>
                      </a:lnTo>
                      <a:cubicBezTo>
                        <a:pt x="0" y="31173"/>
                        <a:pt x="38966" y="0"/>
                        <a:pt x="96116" y="0"/>
                      </a:cubicBezTo>
                      <a:cubicBezTo>
                        <a:pt x="153266" y="0"/>
                        <a:pt x="191366" y="30307"/>
                        <a:pt x="191366" y="103909"/>
                      </a:cubicBezTo>
                      <a:close/>
                      <a:moveTo>
                        <a:pt x="71870" y="96116"/>
                      </a:moveTo>
                      <a:lnTo>
                        <a:pt x="71870" y="284018"/>
                      </a:lnTo>
                      <a:cubicBezTo>
                        <a:pt x="71870" y="306532"/>
                        <a:pt x="79663" y="318655"/>
                        <a:pt x="95250" y="318655"/>
                      </a:cubicBezTo>
                      <a:cubicBezTo>
                        <a:pt x="111702" y="318655"/>
                        <a:pt x="119495" y="308264"/>
                        <a:pt x="119495" y="284018"/>
                      </a:cubicBezTo>
                      <a:lnTo>
                        <a:pt x="119495" y="95250"/>
                      </a:lnTo>
                      <a:cubicBezTo>
                        <a:pt x="119495" y="71870"/>
                        <a:pt x="113434" y="60614"/>
                        <a:pt x="95250" y="60614"/>
                      </a:cubicBezTo>
                      <a:cubicBezTo>
                        <a:pt x="80529" y="60614"/>
                        <a:pt x="71870" y="71005"/>
                        <a:pt x="71870" y="96116"/>
                      </a:cubicBez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" name="Google Shape;383;p14"/>
                <p:cNvSpPr/>
                <p:nvPr/>
              </p:nvSpPr>
              <p:spPr>
                <a:xfrm>
                  <a:off x="7805866" y="3188519"/>
                  <a:ext cx="182706" cy="379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706" h="379268" extrusionOk="0">
                      <a:moveTo>
                        <a:pt x="68407" y="260639"/>
                      </a:moveTo>
                      <a:lnTo>
                        <a:pt x="68407" y="285750"/>
                      </a:lnTo>
                      <a:cubicBezTo>
                        <a:pt x="68407" y="309995"/>
                        <a:pt x="74468" y="321252"/>
                        <a:pt x="90920" y="321252"/>
                      </a:cubicBezTo>
                      <a:cubicBezTo>
                        <a:pt x="107373" y="321252"/>
                        <a:pt x="110836" y="304800"/>
                        <a:pt x="110836" y="287482"/>
                      </a:cubicBezTo>
                      <a:cubicBezTo>
                        <a:pt x="110836" y="252845"/>
                        <a:pt x="103909" y="242455"/>
                        <a:pt x="66675" y="211282"/>
                      </a:cubicBezTo>
                      <a:cubicBezTo>
                        <a:pt x="25111" y="175779"/>
                        <a:pt x="3464" y="154998"/>
                        <a:pt x="3464" y="101311"/>
                      </a:cubicBezTo>
                      <a:cubicBezTo>
                        <a:pt x="3464" y="48491"/>
                        <a:pt x="20782" y="0"/>
                        <a:pt x="90920" y="0"/>
                      </a:cubicBezTo>
                      <a:cubicBezTo>
                        <a:pt x="165388" y="0"/>
                        <a:pt x="175779" y="50223"/>
                        <a:pt x="175779" y="92652"/>
                      </a:cubicBezTo>
                      <a:lnTo>
                        <a:pt x="175779" y="113434"/>
                      </a:lnTo>
                      <a:lnTo>
                        <a:pt x="109104" y="113434"/>
                      </a:lnTo>
                      <a:lnTo>
                        <a:pt x="109104" y="91786"/>
                      </a:lnTo>
                      <a:cubicBezTo>
                        <a:pt x="109104" y="69273"/>
                        <a:pt x="105641" y="58016"/>
                        <a:pt x="91786" y="58016"/>
                      </a:cubicBezTo>
                      <a:cubicBezTo>
                        <a:pt x="78798" y="58016"/>
                        <a:pt x="74468" y="69273"/>
                        <a:pt x="74468" y="90054"/>
                      </a:cubicBezTo>
                      <a:cubicBezTo>
                        <a:pt x="74468" y="112568"/>
                        <a:pt x="78798" y="122959"/>
                        <a:pt x="109104" y="147205"/>
                      </a:cubicBezTo>
                      <a:cubicBezTo>
                        <a:pt x="163657" y="189634"/>
                        <a:pt x="182707" y="213880"/>
                        <a:pt x="182707" y="274493"/>
                      </a:cubicBezTo>
                      <a:cubicBezTo>
                        <a:pt x="182707" y="332509"/>
                        <a:pt x="162791" y="379268"/>
                        <a:pt x="90055" y="379268"/>
                      </a:cubicBezTo>
                      <a:cubicBezTo>
                        <a:pt x="19916" y="379268"/>
                        <a:pt x="0" y="336839"/>
                        <a:pt x="0" y="282286"/>
                      </a:cubicBezTo>
                      <a:lnTo>
                        <a:pt x="0" y="260639"/>
                      </a:lnTo>
                      <a:lnTo>
                        <a:pt x="68407" y="260639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" name="Google Shape;384;p14"/>
                <p:cNvSpPr/>
                <p:nvPr/>
              </p:nvSpPr>
              <p:spPr>
                <a:xfrm>
                  <a:off x="8006757" y="3194581"/>
                  <a:ext cx="211281" cy="36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81" h="368011" extrusionOk="0">
                      <a:moveTo>
                        <a:pt x="80530" y="280555"/>
                      </a:moveTo>
                      <a:lnTo>
                        <a:pt x="71871" y="368011"/>
                      </a:lnTo>
                      <a:lnTo>
                        <a:pt x="0" y="368011"/>
                      </a:lnTo>
                      <a:lnTo>
                        <a:pt x="51955" y="0"/>
                      </a:lnTo>
                      <a:lnTo>
                        <a:pt x="157596" y="0"/>
                      </a:lnTo>
                      <a:lnTo>
                        <a:pt x="211282" y="368011"/>
                      </a:lnTo>
                      <a:lnTo>
                        <a:pt x="137680" y="368011"/>
                      </a:lnTo>
                      <a:lnTo>
                        <a:pt x="127289" y="280555"/>
                      </a:lnTo>
                      <a:lnTo>
                        <a:pt x="80530" y="280555"/>
                      </a:lnTo>
                      <a:close/>
                      <a:moveTo>
                        <a:pt x="120361" y="218209"/>
                      </a:moveTo>
                      <a:cubicBezTo>
                        <a:pt x="115166" y="171450"/>
                        <a:pt x="107373" y="99580"/>
                        <a:pt x="103909" y="64077"/>
                      </a:cubicBezTo>
                      <a:lnTo>
                        <a:pt x="101311" y="64077"/>
                      </a:lnTo>
                      <a:cubicBezTo>
                        <a:pt x="100446" y="90054"/>
                        <a:pt x="90920" y="172316"/>
                        <a:pt x="86591" y="218209"/>
                      </a:cubicBezTo>
                      <a:lnTo>
                        <a:pt x="120361" y="218209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" name="Google Shape;385;p14"/>
                <p:cNvSpPr/>
                <p:nvPr/>
              </p:nvSpPr>
              <p:spPr>
                <a:xfrm>
                  <a:off x="8242284" y="3194581"/>
                  <a:ext cx="159327" cy="3688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27" h="368877" extrusionOk="0">
                      <a:moveTo>
                        <a:pt x="0" y="0"/>
                      </a:moveTo>
                      <a:lnTo>
                        <a:pt x="71004" y="0"/>
                      </a:lnTo>
                      <a:lnTo>
                        <a:pt x="71004" y="306532"/>
                      </a:lnTo>
                      <a:lnTo>
                        <a:pt x="159327" y="306532"/>
                      </a:lnTo>
                      <a:lnTo>
                        <a:pt x="153266" y="368877"/>
                      </a:lnTo>
                      <a:lnTo>
                        <a:pt x="0" y="36887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86" name="Google Shape;386;p14"/>
          <p:cNvSpPr/>
          <p:nvPr/>
        </p:nvSpPr>
        <p:spPr>
          <a:xfrm>
            <a:off x="-4905" y="0"/>
            <a:ext cx="6785714" cy="75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408324" y="1283306"/>
            <a:ext cx="599837" cy="44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lt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1193763" y="4408320"/>
            <a:ext cx="71430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284348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  Hardware and Software Requirements</a:t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1193787" y="1920064"/>
            <a:ext cx="45039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284348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  Existing System</a:t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5057707" y="2044334"/>
            <a:ext cx="599837" cy="44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lt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1184872" y="1308824"/>
            <a:ext cx="41148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284348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  Introduction </a:t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1193764" y="4199951"/>
            <a:ext cx="3670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1193767" y="3075928"/>
            <a:ext cx="6356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284348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28434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Proposed</a:t>
            </a:r>
            <a:r>
              <a:rPr lang="en-IN" sz="2400">
                <a:solidFill>
                  <a:srgbClr val="28434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1193766" y="5693534"/>
            <a:ext cx="3670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284348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  References</a:t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1174318" y="727931"/>
            <a:ext cx="41148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284348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28434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Abstract </a:t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1174316" y="2497996"/>
            <a:ext cx="53802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284348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  Disadvantages of Existing System</a:t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1133217" y="3705373"/>
            <a:ext cx="6356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284348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  Advantages of Proposed System</a:t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1193768" y="5050935"/>
            <a:ext cx="3670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284348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  Architecture</a:t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404" name="Google Shape;404;p15" descr="Balls connected with crossed wires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 t="-5"/>
          <a:stretch/>
        </p:blipFill>
        <p:spPr>
          <a:xfrm rot="5400000" flipH="1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15" descr="Balls connected with crossed wires"/>
          <p:cNvPicPr preferRelativeResize="0"/>
          <p:nvPr/>
        </p:nvPicPr>
        <p:blipFill rotWithShape="1">
          <a:blip r:embed="rId4">
            <a:alphaModFix/>
          </a:blip>
          <a:srcRect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5"/>
          <p:cNvSpPr txBox="1"/>
          <p:nvPr/>
        </p:nvSpPr>
        <p:spPr>
          <a:xfrm>
            <a:off x="446809" y="365125"/>
            <a:ext cx="725285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 txBox="1"/>
          <p:nvPr/>
        </p:nvSpPr>
        <p:spPr>
          <a:xfrm>
            <a:off x="631000" y="1368925"/>
            <a:ext cx="7999200" cy="47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>
                <a:solidFill>
                  <a:schemeClr val="dk1"/>
                </a:solidFill>
              </a:rPr>
              <a:t>Choosing the right college after entrance exam results is a challenging and time-consuming task for students, as it depends on multiple factors such as entrance exam rank, category, preferred branch, quota, location, and previous year cutoff trends.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>
                <a:solidFill>
                  <a:schemeClr val="dk1"/>
                </a:solidFill>
              </a:rPr>
              <a:t>The proposed </a:t>
            </a:r>
            <a:r>
              <a:rPr lang="en-IN" sz="1900" b="1">
                <a:solidFill>
                  <a:schemeClr val="dk1"/>
                </a:solidFill>
              </a:rPr>
              <a:t>Find My College </a:t>
            </a:r>
            <a:r>
              <a:rPr lang="en-IN" sz="1900">
                <a:solidFill>
                  <a:schemeClr val="dk1"/>
                </a:solidFill>
              </a:rPr>
              <a:t>web application helps students predict suitable colleges based on their academic profile and preferences. The system compares user inputs with historical cutoff data stored in a database and generates a list of colleges where the student has a possible chance of admission.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>
                <a:solidFill>
                  <a:schemeClr val="dk1"/>
                </a:solidFill>
              </a:rPr>
              <a:t>This system aims to provide a </a:t>
            </a:r>
            <a:r>
              <a:rPr lang="en-IN" sz="1900" b="1">
                <a:solidFill>
                  <a:schemeClr val="dk1"/>
                </a:solidFill>
              </a:rPr>
              <a:t>fast, accurate, and user-friendly solution</a:t>
            </a:r>
            <a:r>
              <a:rPr lang="en-IN" sz="1900">
                <a:solidFill>
                  <a:schemeClr val="dk1"/>
                </a:solidFill>
              </a:rPr>
              <a:t> that reduces confusion during counselling and helps students make informed admission decisions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413" name="Google Shape;413;p16" descr="Balls connected with crossed wires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 t="-5"/>
          <a:stretch/>
        </p:blipFill>
        <p:spPr>
          <a:xfrm rot="5400000" flipH="1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16" descr="Balls connected with crossed wires"/>
          <p:cNvPicPr preferRelativeResize="0"/>
          <p:nvPr/>
        </p:nvPicPr>
        <p:blipFill rotWithShape="1">
          <a:blip r:embed="rId4">
            <a:alphaModFix/>
          </a:blip>
          <a:srcRect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6"/>
          <p:cNvSpPr txBox="1"/>
          <p:nvPr/>
        </p:nvSpPr>
        <p:spPr>
          <a:xfrm>
            <a:off x="446809" y="365125"/>
            <a:ext cx="725285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 txBox="1"/>
          <p:nvPr/>
        </p:nvSpPr>
        <p:spPr>
          <a:xfrm>
            <a:off x="731275" y="1328825"/>
            <a:ext cx="7791900" cy="4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</a:rPr>
              <a:t>• After the declaration of entrance exam results, students face confusion due to the availability of large amounts of scattered information related to colleges and admissions.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</a:rPr>
              <a:t>• Manual comparison of cutoffs, placements, and reviews from different sources is inefficient and prone to errors.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</a:rPr>
              <a:t>• </a:t>
            </a:r>
            <a:r>
              <a:rPr lang="en-IN" sz="1800" b="1">
                <a:solidFill>
                  <a:schemeClr val="dk1"/>
                </a:solidFill>
              </a:rPr>
              <a:t>Find My College</a:t>
            </a:r>
            <a:r>
              <a:rPr lang="en-IN" sz="1800">
                <a:solidFill>
                  <a:schemeClr val="dk1"/>
                </a:solidFill>
              </a:rPr>
              <a:t> aims to simplify this process by providing a centralized platform that offers personalized college recommendations and relevant details.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</a:rPr>
              <a:t>• Students often struggle to understand their actual chances of admission, as there is no clear indication of eligibility or probability based on rank and cutoff trends.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</a:rPr>
              <a:t>• Lack of reliable guidance during the counselling process can lead to poor decision-making and missed opportunities for suitable colleges.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422" name="Google Shape;422;p17" descr="Balls connected with crossed wires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 t="-5"/>
          <a:stretch/>
        </p:blipFill>
        <p:spPr>
          <a:xfrm rot="5400000" flipH="1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17" descr="Balls connected with crossed wires"/>
          <p:cNvPicPr preferRelativeResize="0"/>
          <p:nvPr/>
        </p:nvPicPr>
        <p:blipFill rotWithShape="1">
          <a:blip r:embed="rId4">
            <a:alphaModFix/>
          </a:blip>
          <a:srcRect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 txBox="1"/>
          <p:nvPr/>
        </p:nvSpPr>
        <p:spPr>
          <a:xfrm>
            <a:off x="446809" y="365125"/>
            <a:ext cx="725285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Existing System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 txBox="1"/>
          <p:nvPr/>
        </p:nvSpPr>
        <p:spPr>
          <a:xfrm>
            <a:off x="677775" y="1462500"/>
            <a:ext cx="7791900" cy="44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Students manually search for college cutoffs, placement statistics, and reviews across multiple websites and platforms.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There is no personalized recommendation system based on rank, category, and preferences.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Students often rely on peer suggestions or unofficial sources, which may be inaccurate or outdated.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Such as Shiksha,TG EAPCET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431" name="Google Shape;431;p18" descr="Balls connected with crossed wires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 t="-5"/>
          <a:stretch/>
        </p:blipFill>
        <p:spPr>
          <a:xfrm rot="5400000" flipH="1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8" descr="Balls connected with crossed wires"/>
          <p:cNvPicPr preferRelativeResize="0"/>
          <p:nvPr/>
        </p:nvPicPr>
        <p:blipFill rotWithShape="1">
          <a:blip r:embed="rId4">
            <a:alphaModFix/>
          </a:blip>
          <a:srcRect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8"/>
          <p:cNvSpPr txBox="1"/>
          <p:nvPr/>
        </p:nvSpPr>
        <p:spPr>
          <a:xfrm>
            <a:off x="446809" y="365125"/>
            <a:ext cx="818327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Disadvantages of Existing System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858250" y="1489250"/>
            <a:ext cx="7771800" cy="49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chemeClr val="dk1"/>
                </a:solidFill>
              </a:rPr>
              <a:t>• The existing system is time-consuming and requires manual comparison of data from multiple sources.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chemeClr val="dk1"/>
                </a:solidFill>
              </a:rPr>
              <a:t>• It lacks personalization and does not clearly indicate admission probability for individual students.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chemeClr val="dk1"/>
                </a:solidFill>
              </a:rPr>
              <a:t>• Placement data and student reviews are not integrated into the decision-making process.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chemeClr val="dk1"/>
                </a:solidFill>
              </a:rPr>
              <a:t>• Due to scattered and outdated information, students may miss eligible colleges or make poor choices.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440" name="Google Shape;440;p19" descr="Balls connected with crossed wires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 t="-5"/>
          <a:stretch/>
        </p:blipFill>
        <p:spPr>
          <a:xfrm rot="5400000" flipH="1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19" descr="Balls connected with crossed wires"/>
          <p:cNvPicPr preferRelativeResize="0"/>
          <p:nvPr/>
        </p:nvPicPr>
        <p:blipFill rotWithShape="1">
          <a:blip r:embed="rId4">
            <a:alphaModFix/>
          </a:blip>
          <a:srcRect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9"/>
          <p:cNvSpPr txBox="1"/>
          <p:nvPr/>
        </p:nvSpPr>
        <p:spPr>
          <a:xfrm>
            <a:off x="446809" y="365125"/>
            <a:ext cx="818327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Proposed System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 txBox="1"/>
          <p:nvPr/>
        </p:nvSpPr>
        <p:spPr>
          <a:xfrm>
            <a:off x="778050" y="1415000"/>
            <a:ext cx="7851900" cy="45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</a:rPr>
              <a:t>• The proposed </a:t>
            </a:r>
            <a:r>
              <a:rPr lang="en-IN" sz="2000" b="1">
                <a:solidFill>
                  <a:schemeClr val="dk1"/>
                </a:solidFill>
              </a:rPr>
              <a:t>Find My College</a:t>
            </a:r>
            <a:r>
              <a:rPr lang="en-IN" sz="2000">
                <a:solidFill>
                  <a:schemeClr val="dk1"/>
                </a:solidFill>
              </a:rPr>
              <a:t> system is an automated college recommendation platform based on student academic details.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</a:rPr>
              <a:t>• It accepts inputs such as entrance exam rank, category, preferred branch, state, and quota.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</a:rPr>
              <a:t>• The system compares user data with historical cutoff trends stored in a database to identify eligible colleges.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</a:rPr>
              <a:t>• It also provides placement statistics, student reviews, and detailed college information for better guidance.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• In addition, the system guides students through the college application process by providing information on admission procedures, required documents, and application steps for each recommended college.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449" name="Google Shape;449;p20" descr="Balls connected with crossed wires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 t="-5"/>
          <a:stretch/>
        </p:blipFill>
        <p:spPr>
          <a:xfrm rot="5400000" flipH="1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20" descr="Balls connected with crossed wires"/>
          <p:cNvPicPr preferRelativeResize="0"/>
          <p:nvPr/>
        </p:nvPicPr>
        <p:blipFill rotWithShape="1">
          <a:blip r:embed="rId4">
            <a:alphaModFix/>
          </a:blip>
          <a:srcRect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0"/>
          <p:cNvSpPr txBox="1"/>
          <p:nvPr/>
        </p:nvSpPr>
        <p:spPr>
          <a:xfrm>
            <a:off x="446809" y="365125"/>
            <a:ext cx="818327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Advantages of Proposed System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 txBox="1"/>
          <p:nvPr/>
        </p:nvSpPr>
        <p:spPr>
          <a:xfrm>
            <a:off x="671100" y="1487300"/>
            <a:ext cx="7959000" cy="41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</a:rPr>
              <a:t>• The system saves time and effort by automating the college selection process.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</a:rPr>
              <a:t>• It provides accurate and personalized college recommendations based on historical data.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</a:rPr>
              <a:t>• Integration of placement statistics and student feedback helps students evaluate colleges effectively.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</a:rPr>
              <a:t>• The user-friendly interface reduces confusion during counselling and improves decision-making.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458" name="Google Shape;458;p21" descr="Balls connected with crossed wires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 t="-5"/>
          <a:stretch/>
        </p:blipFill>
        <p:spPr>
          <a:xfrm rot="5400000" flipH="1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1" descr="Balls connected with crossed wires"/>
          <p:cNvPicPr preferRelativeResize="0"/>
          <p:nvPr/>
        </p:nvPicPr>
        <p:blipFill rotWithShape="1">
          <a:blip r:embed="rId4">
            <a:alphaModFix/>
          </a:blip>
          <a:srcRect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1"/>
          <p:cNvSpPr txBox="1"/>
          <p:nvPr/>
        </p:nvSpPr>
        <p:spPr>
          <a:xfrm>
            <a:off x="446809" y="365125"/>
            <a:ext cx="927661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Hardware and Software Requirements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1"/>
          <p:cNvSpPr txBox="1"/>
          <p:nvPr/>
        </p:nvSpPr>
        <p:spPr>
          <a:xfrm>
            <a:off x="691175" y="1357575"/>
            <a:ext cx="7711800" cy="4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</a:rPr>
              <a:t>• The system requires a computer with a minimum of Intel i3 processor, 4 GB RAM, sufficient storage space, and an active internet connection.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</a:rPr>
              <a:t>• Software requirements include Windows or Linux operating system, Python programming language, and a web browser.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</a:rPr>
              <a:t>• The frontend is developed using HTML, CSS, and JavaScript, while the backend uses Flask or Django.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</a:rPr>
              <a:t>• MySQL or SQLite is used for database management, and development tools include VS Code or PyCharm.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F51F1172-2A9D-6B70-CE21-E58485433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5B012EAC-E22F-56BA-0CFD-A731F936BF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467" name="Google Shape;467;p22" descr="Balls connected with crossed wires">
            <a:extLst>
              <a:ext uri="{FF2B5EF4-FFF2-40B4-BE49-F238E27FC236}">
                <a16:creationId xmlns:a16="http://schemas.microsoft.com/office/drawing/2014/main" id="{3589CFAE-8671-8B42-EDDD-629F9BD3137F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 t="-5"/>
          <a:stretch/>
        </p:blipFill>
        <p:spPr>
          <a:xfrm rot="5400000" flipH="1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22" descr="Balls connected with crossed wires">
            <a:extLst>
              <a:ext uri="{FF2B5EF4-FFF2-40B4-BE49-F238E27FC236}">
                <a16:creationId xmlns:a16="http://schemas.microsoft.com/office/drawing/2014/main" id="{52BB8495-23FD-62E6-FC36-5D35811F3A1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2">
            <a:extLst>
              <a:ext uri="{FF2B5EF4-FFF2-40B4-BE49-F238E27FC236}">
                <a16:creationId xmlns:a16="http://schemas.microsoft.com/office/drawing/2014/main" id="{596879AC-2D58-D8B3-CC8C-2160AF1BE93F}"/>
              </a:ext>
            </a:extLst>
          </p:cNvPr>
          <p:cNvSpPr txBox="1"/>
          <p:nvPr/>
        </p:nvSpPr>
        <p:spPr>
          <a:xfrm>
            <a:off x="446809" y="365125"/>
            <a:ext cx="818327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sz="4400" dirty="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>
            <a:extLst>
              <a:ext uri="{FF2B5EF4-FFF2-40B4-BE49-F238E27FC236}">
                <a16:creationId xmlns:a16="http://schemas.microsoft.com/office/drawing/2014/main" id="{B9F71D09-120F-FE99-5983-DF5B2049A030}"/>
              </a:ext>
            </a:extLst>
          </p:cNvPr>
          <p:cNvSpPr txBox="1"/>
          <p:nvPr/>
        </p:nvSpPr>
        <p:spPr>
          <a:xfrm>
            <a:off x="1285001" y="923309"/>
            <a:ext cx="7791900" cy="4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22" title="arc img.png">
            <a:extLst>
              <a:ext uri="{FF2B5EF4-FFF2-40B4-BE49-F238E27FC236}">
                <a16:creationId xmlns:a16="http://schemas.microsoft.com/office/drawing/2014/main" id="{22BBE825-6F78-3766-61F3-C32D2E7CDD1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6371" y="1134575"/>
            <a:ext cx="5415546" cy="572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45B16B-82E0-9871-6F51-76A617988F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697" y="1078847"/>
            <a:ext cx="9152889" cy="577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34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902F436A-C156-FCF4-4295-4A87DCA0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2B49BFB9-E642-7B0C-D204-1838F1BC1B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467" name="Google Shape;467;p22" descr="Balls connected with crossed wires">
            <a:extLst>
              <a:ext uri="{FF2B5EF4-FFF2-40B4-BE49-F238E27FC236}">
                <a16:creationId xmlns:a16="http://schemas.microsoft.com/office/drawing/2014/main" id="{2E88AAB8-5865-21B8-E9D9-A9A51D57A0F8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 t="-5"/>
          <a:stretch/>
        </p:blipFill>
        <p:spPr>
          <a:xfrm rot="5400000" flipH="1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22" descr="Balls connected with crossed wires">
            <a:extLst>
              <a:ext uri="{FF2B5EF4-FFF2-40B4-BE49-F238E27FC236}">
                <a16:creationId xmlns:a16="http://schemas.microsoft.com/office/drawing/2014/main" id="{7B685AE1-18DA-4B1A-4D47-4C917057296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2">
            <a:extLst>
              <a:ext uri="{FF2B5EF4-FFF2-40B4-BE49-F238E27FC236}">
                <a16:creationId xmlns:a16="http://schemas.microsoft.com/office/drawing/2014/main" id="{EB0FF8A8-A43E-8153-4814-AC46881DFF9E}"/>
              </a:ext>
            </a:extLst>
          </p:cNvPr>
          <p:cNvSpPr txBox="1"/>
          <p:nvPr/>
        </p:nvSpPr>
        <p:spPr>
          <a:xfrm>
            <a:off x="223403" y="26596"/>
            <a:ext cx="8183279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Use case diagram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dirty="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>
            <a:extLst>
              <a:ext uri="{FF2B5EF4-FFF2-40B4-BE49-F238E27FC236}">
                <a16:creationId xmlns:a16="http://schemas.microsoft.com/office/drawing/2014/main" id="{99D60106-899B-26D0-2304-C99C03138169}"/>
              </a:ext>
            </a:extLst>
          </p:cNvPr>
          <p:cNvSpPr txBox="1"/>
          <p:nvPr/>
        </p:nvSpPr>
        <p:spPr>
          <a:xfrm>
            <a:off x="838200" y="1435775"/>
            <a:ext cx="7791900" cy="4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 system architecture consists of a user interface, backend server, database, and recommendation logic.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Users enter academic and preference details through the web interface.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 backend processes the input data and compares it with historical cutoff information stored in the database.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Eligible colleges along with admission probability, placement statistics, and reviews are displayed to the user.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22" title="arc img.png">
            <a:extLst>
              <a:ext uri="{FF2B5EF4-FFF2-40B4-BE49-F238E27FC236}">
                <a16:creationId xmlns:a16="http://schemas.microsoft.com/office/drawing/2014/main" id="{1871CEB8-511B-80F9-663E-495E7DECD15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563" y="1134575"/>
            <a:ext cx="8261676" cy="572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9145AA-1EA9-7C8C-686C-C1A3887951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832" y="1134574"/>
            <a:ext cx="8585137" cy="572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378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F4D29B06-128C-4ECC-CF86-3FF3EB072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6ED9AE80-99DE-4193-83A0-65D71F0605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467" name="Google Shape;467;p22" descr="Balls connected with crossed wires">
            <a:extLst>
              <a:ext uri="{FF2B5EF4-FFF2-40B4-BE49-F238E27FC236}">
                <a16:creationId xmlns:a16="http://schemas.microsoft.com/office/drawing/2014/main" id="{D40A5109-10AC-D723-A130-9EC27DEAEA56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 t="-5"/>
          <a:stretch/>
        </p:blipFill>
        <p:spPr>
          <a:xfrm rot="5400000" flipH="1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22" descr="Balls connected with crossed wires">
            <a:extLst>
              <a:ext uri="{FF2B5EF4-FFF2-40B4-BE49-F238E27FC236}">
                <a16:creationId xmlns:a16="http://schemas.microsoft.com/office/drawing/2014/main" id="{2961DA56-710D-6E1A-91DB-51174C98B73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2">
            <a:extLst>
              <a:ext uri="{FF2B5EF4-FFF2-40B4-BE49-F238E27FC236}">
                <a16:creationId xmlns:a16="http://schemas.microsoft.com/office/drawing/2014/main" id="{95E08A1C-5AD0-970F-5F4E-0F555E5E8821}"/>
              </a:ext>
            </a:extLst>
          </p:cNvPr>
          <p:cNvSpPr txBox="1"/>
          <p:nvPr/>
        </p:nvSpPr>
        <p:spPr>
          <a:xfrm>
            <a:off x="223403" y="26596"/>
            <a:ext cx="8183279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Sequence diagram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dirty="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>
            <a:extLst>
              <a:ext uri="{FF2B5EF4-FFF2-40B4-BE49-F238E27FC236}">
                <a16:creationId xmlns:a16="http://schemas.microsoft.com/office/drawing/2014/main" id="{3EC22239-4DC8-ADAF-8B39-97BCBB7FCD11}"/>
              </a:ext>
            </a:extLst>
          </p:cNvPr>
          <p:cNvSpPr txBox="1"/>
          <p:nvPr/>
        </p:nvSpPr>
        <p:spPr>
          <a:xfrm>
            <a:off x="838200" y="1435775"/>
            <a:ext cx="7791900" cy="4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 system architecture consists of a user interface, backend server, database, and recommendation logic.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Users enter academic and preference details through the web interface.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 backend processes the input data and compares it with historical cutoff information stored in the database.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Eligible colleges along with admission probability, placement statistics, and reviews are displayed to the user.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22" title="arc img.png">
            <a:extLst>
              <a:ext uri="{FF2B5EF4-FFF2-40B4-BE49-F238E27FC236}">
                <a16:creationId xmlns:a16="http://schemas.microsoft.com/office/drawing/2014/main" id="{C8798956-891A-3128-2CEE-2D691051405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563" y="1134575"/>
            <a:ext cx="8261676" cy="572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2E8165-53FC-3843-8323-E8338E7307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832" y="1134574"/>
            <a:ext cx="8585137" cy="57234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D0AE0D-0FCD-F9CF-47AD-0C023844E5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832" y="1134573"/>
            <a:ext cx="9077273" cy="569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117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CFB9ACE1-5B19-D5F8-3AAA-0ADE71F1D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64E89FDF-4B44-36A1-8975-21152716A8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467" name="Google Shape;467;p22" descr="Balls connected with crossed wires">
            <a:extLst>
              <a:ext uri="{FF2B5EF4-FFF2-40B4-BE49-F238E27FC236}">
                <a16:creationId xmlns:a16="http://schemas.microsoft.com/office/drawing/2014/main" id="{5B6AA5EE-ACFC-8F90-F9D9-75E405B1E0E4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 t="-5"/>
          <a:stretch/>
        </p:blipFill>
        <p:spPr>
          <a:xfrm rot="5400000" flipH="1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22" descr="Balls connected with crossed wires">
            <a:extLst>
              <a:ext uri="{FF2B5EF4-FFF2-40B4-BE49-F238E27FC236}">
                <a16:creationId xmlns:a16="http://schemas.microsoft.com/office/drawing/2014/main" id="{E0CE4A68-8E1F-2795-A0CE-787233EF934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2">
            <a:extLst>
              <a:ext uri="{FF2B5EF4-FFF2-40B4-BE49-F238E27FC236}">
                <a16:creationId xmlns:a16="http://schemas.microsoft.com/office/drawing/2014/main" id="{DD326992-307F-476A-B366-F47FFADD5E78}"/>
              </a:ext>
            </a:extLst>
          </p:cNvPr>
          <p:cNvSpPr txBox="1"/>
          <p:nvPr/>
        </p:nvSpPr>
        <p:spPr>
          <a:xfrm>
            <a:off x="145713" y="0"/>
            <a:ext cx="8183279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Class diagram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dirty="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>
            <a:extLst>
              <a:ext uri="{FF2B5EF4-FFF2-40B4-BE49-F238E27FC236}">
                <a16:creationId xmlns:a16="http://schemas.microsoft.com/office/drawing/2014/main" id="{FCED60C9-89CE-83F7-77B9-23BCB6DE999C}"/>
              </a:ext>
            </a:extLst>
          </p:cNvPr>
          <p:cNvSpPr txBox="1"/>
          <p:nvPr/>
        </p:nvSpPr>
        <p:spPr>
          <a:xfrm>
            <a:off x="838200" y="1435775"/>
            <a:ext cx="7791900" cy="4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 system architecture consists of a user interface, backend server, database, and recommendation logic.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Users enter academic and preference details through the web interface.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 backend processes the input data and compares it with historical cutoff information stored in the database.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Eligible colleges along with admission probability, placement statistics, and reviews are displayed to the user.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22" title="arc img.png">
            <a:extLst>
              <a:ext uri="{FF2B5EF4-FFF2-40B4-BE49-F238E27FC236}">
                <a16:creationId xmlns:a16="http://schemas.microsoft.com/office/drawing/2014/main" id="{6D15E81A-621C-DB79-7277-BBD2CFFDCB0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563" y="1134575"/>
            <a:ext cx="8261676" cy="572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5FA808-B593-EFD6-DBFF-12F50B5B41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832" y="1134574"/>
            <a:ext cx="8585137" cy="57234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79A082-EB10-B2D5-2A4A-A96AFCF4D0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873" y="1121273"/>
            <a:ext cx="9115894" cy="575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600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477" name="Google Shape;477;p23" descr="Balls connected with crossed wires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 t="-5"/>
          <a:stretch/>
        </p:blipFill>
        <p:spPr>
          <a:xfrm rot="5400000" flipH="1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23" descr="Balls connected with crossed wires"/>
          <p:cNvPicPr preferRelativeResize="0"/>
          <p:nvPr/>
        </p:nvPicPr>
        <p:blipFill rotWithShape="1">
          <a:blip r:embed="rId4">
            <a:alphaModFix/>
          </a:blip>
          <a:srcRect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3"/>
          <p:cNvSpPr txBox="1"/>
          <p:nvPr/>
        </p:nvSpPr>
        <p:spPr>
          <a:xfrm>
            <a:off x="446809" y="365125"/>
            <a:ext cx="818327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3"/>
          <p:cNvSpPr txBox="1"/>
          <p:nvPr/>
        </p:nvSpPr>
        <p:spPr>
          <a:xfrm>
            <a:off x="938475" y="1449125"/>
            <a:ext cx="7691700" cy="44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</a:rPr>
              <a:t>• Official counselling and admission websites</a:t>
            </a: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</a:rPr>
              <a:t>• Previous year cutoff datasets</a:t>
            </a: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</a:rPr>
              <a:t>• Python and Flask documentation</a:t>
            </a: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</a:rPr>
              <a:t>• Database management system references</a:t>
            </a: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</a:rPr>
              <a:t>• Educational admission portals</a:t>
            </a: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486" name="Google Shape;486;p24" descr="Balls connected with crossed wires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 t="-5"/>
          <a:stretch/>
        </p:blipFill>
        <p:spPr>
          <a:xfrm rot="5400000" flipH="1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4" descr="Balls connected with crossed wires"/>
          <p:cNvPicPr preferRelativeResize="0"/>
          <p:nvPr/>
        </p:nvPicPr>
        <p:blipFill rotWithShape="1">
          <a:blip r:embed="rId4">
            <a:alphaModFix/>
          </a:blip>
          <a:srcRect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24"/>
          <p:cNvSpPr/>
          <p:nvPr/>
        </p:nvSpPr>
        <p:spPr>
          <a:xfrm>
            <a:off x="3473041" y="2406049"/>
            <a:ext cx="4575997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b="1" cap="none">
                <a:solidFill>
                  <a:srgbClr val="FF9356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8000" b="1" cap="none">
              <a:solidFill>
                <a:srgbClr val="FF93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</TotalTime>
  <Words>939</Words>
  <Application>Microsoft Office PowerPoint</Application>
  <PresentationFormat>Widescreen</PresentationFormat>
  <Paragraphs>76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Arial</vt:lpstr>
      <vt:lpstr>Calibri Light</vt:lpstr>
      <vt:lpstr>Courier</vt:lpstr>
      <vt:lpstr>Century Gothic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deekshith golla</cp:lastModifiedBy>
  <cp:revision>3</cp:revision>
  <dcterms:modified xsi:type="dcterms:W3CDTF">2026-03-27T16:56:19Z</dcterms:modified>
</cp:coreProperties>
</file>